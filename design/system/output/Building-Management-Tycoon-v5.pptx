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09aede13764c69" /><Relationship Type="http://schemas.openxmlformats.org/officeDocument/2006/relationships/extended-properties" Target="/docProps/app.xml" Id="R2481356743aa45c2" /><Relationship Type="http://schemas.openxmlformats.org/officeDocument/2006/relationships/officeDocument" Target="/ppt/presentation.xml" Id="R1924a381e7df4e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789fa6298d4742"/>
  </p:sldMasterIdLst>
  <p:notesMasterIdLst>
    <p:notesMasterId xmlns:r="http://schemas.openxmlformats.org/officeDocument/2006/relationships" r:id="Rc11d259fdc2e48c8"/>
  </p:notesMasterIdLst>
  <p:sldIdLst>
    <p:sldId xmlns:r="http://schemas.openxmlformats.org/officeDocument/2006/relationships" id="256" r:id="Rb6149c7d94354b4c"/>
    <p:sldId xmlns:r="http://schemas.openxmlformats.org/officeDocument/2006/relationships" id="257" r:id="R00e8ce5a20c846a3"/>
    <p:sldId xmlns:r="http://schemas.openxmlformats.org/officeDocument/2006/relationships" id="258" r:id="R8bba465a601b451c"/>
    <p:sldId xmlns:r="http://schemas.openxmlformats.org/officeDocument/2006/relationships" id="259" r:id="Re5496c025d0b47a8"/>
    <p:sldId xmlns:r="http://schemas.openxmlformats.org/officeDocument/2006/relationships" id="260" r:id="R2ac1656ad1ba402c"/>
    <p:sldId xmlns:r="http://schemas.openxmlformats.org/officeDocument/2006/relationships" id="261" r:id="Recfe60db025d4c06"/>
    <p:sldId xmlns:r="http://schemas.openxmlformats.org/officeDocument/2006/relationships" id="262" r:id="Rfcfc160a37b84e88"/>
    <p:sldId xmlns:r="http://schemas.openxmlformats.org/officeDocument/2006/relationships" id="263" r:id="Re7880cb680454dd3"/>
    <p:sldId xmlns:r="http://schemas.openxmlformats.org/officeDocument/2006/relationships" id="264" r:id="R79471d9cd2c34d90"/>
    <p:sldId xmlns:r="http://schemas.openxmlformats.org/officeDocument/2006/relationships" id="265" r:id="Rdc8c6e2e35524ae1"/>
    <p:sldId xmlns:r="http://schemas.openxmlformats.org/officeDocument/2006/relationships" id="266" r:id="R8783a70349344e38"/>
    <p:sldId xmlns:r="http://schemas.openxmlformats.org/officeDocument/2006/relationships" id="267" r:id="R26a7ae85ce1d43b1"/>
    <p:sldId xmlns:r="http://schemas.openxmlformats.org/officeDocument/2006/relationships" id="268" r:id="R0cdbc160d678428a"/>
    <p:sldId xmlns:r="http://schemas.openxmlformats.org/officeDocument/2006/relationships" id="269" r:id="Rd0c55d0006334359"/>
    <p:sldId xmlns:r="http://schemas.openxmlformats.org/officeDocument/2006/relationships" id="270" r:id="R63b6713ae0ea4b78"/>
    <p:sldId xmlns:r="http://schemas.openxmlformats.org/officeDocument/2006/relationships" id="271" r:id="R2f705c132c7d4d69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3826d98f514022" /><Relationship Type="http://schemas.openxmlformats.org/officeDocument/2006/relationships/slideMaster" Target="/ppt/slideMasters/slideMaster1.xml" Id="Rf3789fa6298d4742" /><Relationship Type="http://schemas.openxmlformats.org/officeDocument/2006/relationships/notesMaster" Target="/ppt/notesMasters/notesMaster1.xml" Id="Rc11d259fdc2e48c8" /><Relationship Type="http://schemas.openxmlformats.org/officeDocument/2006/relationships/presProps" Target="/ppt/presProps.xml" Id="R1601a96e4aa04a70" /><Relationship Type="http://schemas.openxmlformats.org/officeDocument/2006/relationships/tableStyles" Target="/ppt/tableStyles.xml" Id="R7574c6faf27d47d2" /><Relationship Type="http://schemas.openxmlformats.org/officeDocument/2006/relationships/slide" Target="/ppt/slides/slide1.xml" Id="Rb6149c7d94354b4c" /><Relationship Type="http://schemas.openxmlformats.org/officeDocument/2006/relationships/slide" Target="/ppt/slides/slide2.xml" Id="R00e8ce5a20c846a3" /><Relationship Type="http://schemas.openxmlformats.org/officeDocument/2006/relationships/slide" Target="/ppt/slides/slide3.xml" Id="R8bba465a601b451c" /><Relationship Type="http://schemas.openxmlformats.org/officeDocument/2006/relationships/slide" Target="/ppt/slides/slide4.xml" Id="Re5496c025d0b47a8" /><Relationship Type="http://schemas.openxmlformats.org/officeDocument/2006/relationships/slide" Target="/ppt/slides/slide5.xml" Id="R2ac1656ad1ba402c" /><Relationship Type="http://schemas.openxmlformats.org/officeDocument/2006/relationships/slide" Target="/ppt/slides/slide6.xml" Id="Recfe60db025d4c06" /><Relationship Type="http://schemas.openxmlformats.org/officeDocument/2006/relationships/slide" Target="/ppt/slides/slide7.xml" Id="Rfcfc160a37b84e88" /><Relationship Type="http://schemas.openxmlformats.org/officeDocument/2006/relationships/slide" Target="/ppt/slides/slide8.xml" Id="Re7880cb680454dd3" /><Relationship Type="http://schemas.openxmlformats.org/officeDocument/2006/relationships/slide" Target="/ppt/slides/slide9.xml" Id="R79471d9cd2c34d90" /><Relationship Type="http://schemas.openxmlformats.org/officeDocument/2006/relationships/slide" Target="/ppt/slides/slide10.xml" Id="Rdc8c6e2e35524ae1" /><Relationship Type="http://schemas.openxmlformats.org/officeDocument/2006/relationships/slide" Target="/ppt/slides/slide11.xml" Id="R8783a70349344e38" /><Relationship Type="http://schemas.openxmlformats.org/officeDocument/2006/relationships/slide" Target="/ppt/slides/slide12.xml" Id="R26a7ae85ce1d43b1" /><Relationship Type="http://schemas.openxmlformats.org/officeDocument/2006/relationships/slide" Target="/ppt/slides/slide13.xml" Id="R0cdbc160d678428a" /><Relationship Type="http://schemas.openxmlformats.org/officeDocument/2006/relationships/slide" Target="/ppt/slides/slide14.xml" Id="Rd0c55d0006334359" /><Relationship Type="http://schemas.openxmlformats.org/officeDocument/2006/relationships/slide" Target="/ppt/slides/slide15.xml" Id="R63b6713ae0ea4b78" /><Relationship Type="http://schemas.openxmlformats.org/officeDocument/2006/relationships/slide" Target="/ppt/slides/slide16.xml" Id="R2f705c132c7d4d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c60d1818fd46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c0014875dd492c" /><Relationship Type="http://schemas.openxmlformats.org/officeDocument/2006/relationships/notesMaster" Target="/ppt/notesMasters/notesMaster1.xml" Id="R3b73b26475f540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452384cea549fc" /><Relationship Type="http://schemas.openxmlformats.org/officeDocument/2006/relationships/notesMaster" Target="/ppt/notesMasters/notesMaster1.xml" Id="R309fd0d42b6b47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a8be60a15745c5" /><Relationship Type="http://schemas.openxmlformats.org/officeDocument/2006/relationships/notesMaster" Target="/ppt/notesMasters/notesMaster1.xml" Id="Rf7932e168a0547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caaa70f7c341c3" /><Relationship Type="http://schemas.openxmlformats.org/officeDocument/2006/relationships/notesMaster" Target="/ppt/notesMasters/notesMaster1.xml" Id="R8d4314d4d1a947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c908d0b28b4f87" /><Relationship Type="http://schemas.openxmlformats.org/officeDocument/2006/relationships/notesMaster" Target="/ppt/notesMasters/notesMaster1.xml" Id="Rad97d7d7879d46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f57475a627490f" /><Relationship Type="http://schemas.openxmlformats.org/officeDocument/2006/relationships/notesMaster" Target="/ppt/notesMasters/notesMaster1.xml" Id="R73d3612ed35046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c9a375bbe540d8" /><Relationship Type="http://schemas.openxmlformats.org/officeDocument/2006/relationships/notesMaster" Target="/ppt/notesMasters/notesMaster1.xml" Id="R65d0a724988242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291c3628c44e88" /><Relationship Type="http://schemas.openxmlformats.org/officeDocument/2006/relationships/notesMaster" Target="/ppt/notesMasters/notesMaster1.xml" Id="R0cd9690531054e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26734e66c24e42" /><Relationship Type="http://schemas.openxmlformats.org/officeDocument/2006/relationships/notesMaster" Target="/ppt/notesMasters/notesMaster1.xml" Id="R9f4cd10ad98248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995f1fea534872" /><Relationship Type="http://schemas.openxmlformats.org/officeDocument/2006/relationships/notesMaster" Target="/ppt/notesMasters/notesMaster1.xml" Id="Rb36440e3382142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12d68de35149af" /><Relationship Type="http://schemas.openxmlformats.org/officeDocument/2006/relationships/notesMaster" Target="/ppt/notesMasters/notesMaster1.xml" Id="R09861101c8464a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c25f92c2134fd5" /><Relationship Type="http://schemas.openxmlformats.org/officeDocument/2006/relationships/notesMaster" Target="/ppt/notesMasters/notesMaster1.xml" Id="Ra21e76a7c6bc44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6ddcb9c2184960" /><Relationship Type="http://schemas.openxmlformats.org/officeDocument/2006/relationships/notesMaster" Target="/ppt/notesMasters/notesMaster1.xml" Id="R065c9b1c27e44e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f1b798639147e7" /><Relationship Type="http://schemas.openxmlformats.org/officeDocument/2006/relationships/notesMaster" Target="/ppt/notesMasters/notesMaster1.xml" Id="R5ad3147a51d8494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cd343c5704442d" /><Relationship Type="http://schemas.openxmlformats.org/officeDocument/2006/relationships/notesMaster" Target="/ppt/notesMasters/notesMaster1.xml" Id="R1b52f9ea40944e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908facf13c44a8" /><Relationship Type="http://schemas.openxmlformats.org/officeDocument/2006/relationships/notesMaster" Target="/ppt/notesMasters/notesMaster1.xml" Id="R5ca56f91ccb541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6be9f6cc594e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a60589077744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7804c44324b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7ee87be25e4b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f70c5d01f4b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fed81f78a40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5784B4-A38A-4C01-9EF5-027705D031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98333"/>
            <a:ext cx="12192000" cy="1375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E51F6D-632A-440B-850B-201A5EBA59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5238750"/>
            <a:ext cx="10668000" cy="1058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EFB0D60-EE62-4E04-9D00-8D144850F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968750"/>
            <a:ext cx="12192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37CF66-E515-4827-85FE-479211C06A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40833"/>
            <a:ext cx="135255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B9587F-7035-4FF2-9C5D-EDD662F933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45833"/>
            <a:ext cx="13525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C4CE37-E36C-48CD-87F4-0AF01B149E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40833"/>
            <a:ext cx="135255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BF3BD0-E608-4F29-9B6F-DEDE91E78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45833"/>
            <a:ext cx="6286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999E75B-CB1F-43B0-8BCE-D54D1656F4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645833"/>
            <a:ext cx="6286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0E271E-8E84-4F55-B7F1-76A12F2BDE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40833"/>
            <a:ext cx="13525500" cy="1164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26ABDC-B1FF-421A-B01B-95F6A29B5D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645833"/>
            <a:ext cx="6286500" cy="592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46ba96db6a4ce5" /><Relationship Type="http://schemas.openxmlformats.org/officeDocument/2006/relationships/slideLayout" Target="/ppt/slideLayouts/slideLayout1.xml" Id="Ree32c1d32c8f435f" /><Relationship Type="http://schemas.openxmlformats.org/officeDocument/2006/relationships/slideLayout" Target="/ppt/slideLayouts/slideLayout2.xml" Id="Raf2835cf37444fef" /><Relationship Type="http://schemas.openxmlformats.org/officeDocument/2006/relationships/slideLayout" Target="/ppt/slideLayouts/slideLayout3.xml" Id="R219ebd7aacd94fab" /><Relationship Type="http://schemas.openxmlformats.org/officeDocument/2006/relationships/slideLayout" Target="/ppt/slideLayouts/slideLayout4.xml" Id="R41aa015a0f904b15" /><Relationship Type="http://schemas.openxmlformats.org/officeDocument/2006/relationships/slideLayout" Target="/ppt/slideLayouts/slideLayout5.xml" Id="R1ecb6389832544ce" /><Relationship Type="http://schemas.openxmlformats.org/officeDocument/2006/relationships/slideLayout" Target="/ppt/slideLayouts/slideLayout6.xml" Id="R765ec1f5c2be43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32c1d32c8f435f"/>
    <p:sldLayoutId xmlns:r="http://schemas.openxmlformats.org/officeDocument/2006/relationships" id="2147483650" r:id="Raf2835cf37444fef"/>
    <p:sldLayoutId xmlns:r="http://schemas.openxmlformats.org/officeDocument/2006/relationships" id="2147483651" r:id="R219ebd7aacd94fab"/>
    <p:sldLayoutId xmlns:r="http://schemas.openxmlformats.org/officeDocument/2006/relationships" id="2147483652" r:id="R41aa015a0f904b15"/>
    <p:sldLayoutId xmlns:r="http://schemas.openxmlformats.org/officeDocument/2006/relationships" id="2147483653" r:id="R1ecb6389832544ce"/>
    <p:sldLayoutId xmlns:r="http://schemas.openxmlformats.org/officeDocument/2006/relationships" id="2147483654" r:id="R765ec1f5c2be43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75b18384644f2a" /><Relationship Type="http://schemas.openxmlformats.org/officeDocument/2006/relationships/image" Target="/ppt/media/image.png" Id="R758750daf8f74f9f" /><Relationship Type="http://schemas.openxmlformats.org/officeDocument/2006/relationships/notesSlide" Target="/ppt/notesSlides/notesSlide1.xml" Id="R50e2c625402548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3159018ce64eef" /><Relationship Type="http://schemas.openxmlformats.org/officeDocument/2006/relationships/image" Target="/ppt/media/image2.png" Id="Rbd7345925d094b0d" /><Relationship Type="http://schemas.openxmlformats.org/officeDocument/2006/relationships/notesSlide" Target="/ppt/notesSlides/notesSlide2.xml" Id="Rb7fafb8937f246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cba4cc40924a29" /><Relationship Type="http://schemas.openxmlformats.org/officeDocument/2006/relationships/image" Target="/ppt/media/image3.png" Id="R2a1cfdd1a9c24942" /><Relationship Type="http://schemas.openxmlformats.org/officeDocument/2006/relationships/notesSlide" Target="/ppt/notesSlides/notesSlide3.xml" Id="Rba4ec8f5b77e4b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22ce517586464f" /><Relationship Type="http://schemas.openxmlformats.org/officeDocument/2006/relationships/image" Target="/ppt/media/image4.png" Id="R8384bf08910c4ac9" /><Relationship Type="http://schemas.openxmlformats.org/officeDocument/2006/relationships/notesSlide" Target="/ppt/notesSlides/notesSlide4.xml" Id="R9f5ca815f6064e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8675fcf726477f" /><Relationship Type="http://schemas.openxmlformats.org/officeDocument/2006/relationships/image" Target="/ppt/media/image5.png" Id="R32fb1717c1e44373" /><Relationship Type="http://schemas.openxmlformats.org/officeDocument/2006/relationships/notesSlide" Target="/ppt/notesSlides/notesSlide5.xml" Id="R69600f26aa294e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07bf3af0e4dbc" /><Relationship Type="http://schemas.openxmlformats.org/officeDocument/2006/relationships/image" Target="/ppt/media/image6.png" Id="R072d5e3805834c21" /><Relationship Type="http://schemas.openxmlformats.org/officeDocument/2006/relationships/notesSlide" Target="/ppt/notesSlides/notesSlide6.xml" Id="R2908a0bc2d444a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4e252c3474afe" /><Relationship Type="http://schemas.openxmlformats.org/officeDocument/2006/relationships/image" Target="/ppt/media/image7.png" Id="R74b8e02a041248cb" /><Relationship Type="http://schemas.openxmlformats.org/officeDocument/2006/relationships/notesSlide" Target="/ppt/notesSlides/notesSlide7.xml" Id="Rf178b8af15504d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c0fda2ad994e77" /><Relationship Type="http://schemas.openxmlformats.org/officeDocument/2006/relationships/image" Target="/ppt/media/image8.png" Id="R677b340300a14422" /><Relationship Type="http://schemas.openxmlformats.org/officeDocument/2006/relationships/notesSlide" Target="/ppt/notesSlides/notesSlide8.xml" Id="Re35c29b600f746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d7296793014d56" /><Relationship Type="http://schemas.openxmlformats.org/officeDocument/2006/relationships/image" Target="/ppt/media/image9.png" Id="R5aadae3fc4c24f43" /><Relationship Type="http://schemas.openxmlformats.org/officeDocument/2006/relationships/notesSlide" Target="/ppt/notesSlides/notesSlide9.xml" Id="R81bebfe8124c49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d0d9b1fb7f461c" /><Relationship Type="http://schemas.openxmlformats.org/officeDocument/2006/relationships/image" Target="/ppt/media/image10.png" Id="Rad0c2fe6faa74eb4" /><Relationship Type="http://schemas.openxmlformats.org/officeDocument/2006/relationships/notesSlide" Target="/ppt/notesSlides/notesSlide10.xml" Id="Ra99367f2708d4e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e2bd083c6b43f7" /><Relationship Type="http://schemas.openxmlformats.org/officeDocument/2006/relationships/image" Target="/ppt/media/image11.png" Id="Ra4df4cf6e4cd4274" /><Relationship Type="http://schemas.openxmlformats.org/officeDocument/2006/relationships/notesSlide" Target="/ppt/notesSlides/notesSlide11.xml" Id="R91dd393298f64e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e25126c6a44493" /><Relationship Type="http://schemas.openxmlformats.org/officeDocument/2006/relationships/image" Target="/ppt/media/image12.png" Id="R98097ee415a3439a" /><Relationship Type="http://schemas.openxmlformats.org/officeDocument/2006/relationships/notesSlide" Target="/ppt/notesSlides/notesSlide12.xml" Id="R95038eb18b0142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71e8d1d8614583" /><Relationship Type="http://schemas.openxmlformats.org/officeDocument/2006/relationships/image" Target="/ppt/media/image13.png" Id="R4185ab96d7b046ff" /><Relationship Type="http://schemas.openxmlformats.org/officeDocument/2006/relationships/notesSlide" Target="/ppt/notesSlides/notesSlide13.xml" Id="Rd759e576dbf04f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8d26f6e0d84351" /><Relationship Type="http://schemas.openxmlformats.org/officeDocument/2006/relationships/image" Target="/ppt/media/image14.png" Id="Re601761ad5f846aa" /><Relationship Type="http://schemas.openxmlformats.org/officeDocument/2006/relationships/notesSlide" Target="/ppt/notesSlides/notesSlide14.xml" Id="Ra2ec6cbea81047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830b39e6d0496b" /><Relationship Type="http://schemas.openxmlformats.org/officeDocument/2006/relationships/image" Target="/ppt/media/image15.png" Id="R37a2241821e94b90" /><Relationship Type="http://schemas.openxmlformats.org/officeDocument/2006/relationships/notesSlide" Target="/ppt/notesSlides/notesSlide15.xml" Id="Re794dd4ef2d54b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06c489222041b5" /><Relationship Type="http://schemas.openxmlformats.org/officeDocument/2006/relationships/image" Target="/ppt/media/image16.png" Id="R0fe1f4fa5ffa46d6" /><Relationship Type="http://schemas.openxmlformats.org/officeDocument/2006/relationships/notesSlide" Target="/ppt/notesSlides/notesSlide16.xml" Id="Rf4ed463ba4c049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19335F7-3891-440C-A53C-80DAF70778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750daf8f74f9f"/>
          <a:stretch xmlns:a="http://schemas.openxmlformats.org/drawingml/2006/main"/>
        </p:blipFill>
        <p:spPr>
          <a:xfrm xmlns:a="http://schemas.openxmlformats.org/drawingml/2006/main">
            <a:off x="457200" y="304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component-1">
            <a:extLst xmlns:a="http://schemas.openxmlformats.org/drawingml/2006/main">
              <a:ext uri="{FF2B5EF4-FFF2-40B4-BE49-F238E27FC236}">
                <a16:creationId xmlns:a16="http://schemas.microsoft.com/office/drawing/2014/main" id="{165030DD-29C7-43E4-B093-A163E348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7620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Management Tycoon</a:t>
            </a:r>
          </a:p>
        </p:txBody>
      </p:sp>
      <p:sp>
        <p:nvSpPr>
          <p:cNvPr id="3" name="component-2">
            <a:extLst xmlns:a="http://schemas.openxmlformats.org/drawingml/2006/main">
              <a:ext uri="{FF2B5EF4-FFF2-40B4-BE49-F238E27FC236}">
                <a16:creationId xmlns:a16="http://schemas.microsoft.com/office/drawing/2014/main" id="{91F1F975-BD07-49DB-AF46-61D983AF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1000"/>
            <a:ext cx="1219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01 / 16</a:t>
            </a:r>
          </a:p>
        </p:txBody>
      </p:sp>
      <p:sp>
        <p:nvSpPr>
          <p:cNvPr id="4" name="component-3">
            <a:extLst xmlns:a="http://schemas.openxmlformats.org/drawingml/2006/main">
              <a:ext uri="{FF2B5EF4-FFF2-40B4-BE49-F238E27FC236}">
                <a16:creationId xmlns:a16="http://schemas.microsoft.com/office/drawing/2014/main" id="{00DCF704-2F8F-4CC9-86F8-D8BD40EB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onent-4">
            <a:extLst xmlns:a="http://schemas.openxmlformats.org/drawingml/2006/main">
              <a:ext uri="{FF2B5EF4-FFF2-40B4-BE49-F238E27FC236}">
                <a16:creationId xmlns:a16="http://schemas.microsoft.com/office/drawing/2014/main" id="{7699DD16-4FB3-42F3-BB64-658E0F29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01 · Foundations</a:t>
            </a:r>
          </a:p>
        </p:txBody>
      </p:sp>
      <p:sp>
        <p:nvSpPr>
          <p:cNvPr id="6" name="component-5">
            <a:extLst xmlns:a="http://schemas.openxmlformats.org/drawingml/2006/main">
              <a:ext uri="{FF2B5EF4-FFF2-40B4-BE49-F238E27FC236}">
                <a16:creationId xmlns:a16="http://schemas.microsoft.com/office/drawing/2014/main" id="{B94F93BF-90BF-49D4-9DC6-E9F603E5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11430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Design reference. Sample values are illustrative.</a:t>
            </a:r>
          </a:p>
        </p:txBody>
      </p:sp>
      <p:sp>
        <p:nvSpPr>
          <p:cNvPr id="7" name="component-6">
            <a:extLst xmlns:a="http://schemas.openxmlformats.org/drawingml/2006/main">
              <a:ext uri="{FF2B5EF4-FFF2-40B4-BE49-F238E27FC236}">
                <a16:creationId xmlns:a16="http://schemas.microsoft.com/office/drawing/2014/main" id="{769120E2-D1D3-4B1B-B495-2253A160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60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mponent-7">
            <a:extLst xmlns:a="http://schemas.openxmlformats.org/drawingml/2006/main">
              <a:ext uri="{FF2B5EF4-FFF2-40B4-BE49-F238E27FC236}">
                <a16:creationId xmlns:a16="http://schemas.microsoft.com/office/drawing/2014/main" id="{4BCE752E-DD3E-4E70-98A6-8FCD9716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4200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Ink</a:t>
            </a:r>
          </a:p>
        </p:txBody>
      </p:sp>
      <p:sp>
        <p:nvSpPr>
          <p:cNvPr id="9" name="component-8">
            <a:extLst xmlns:a="http://schemas.openxmlformats.org/drawingml/2006/main">
              <a:ext uri="{FF2B5EF4-FFF2-40B4-BE49-F238E27FC236}">
                <a16:creationId xmlns:a16="http://schemas.microsoft.com/office/drawing/2014/main" id="{87821E21-196D-4DE2-A888-CB0A7B30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6002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#203B3A</a:t>
            </a:r>
          </a:p>
        </p:txBody>
      </p:sp>
      <p:sp>
        <p:nvSpPr>
          <p:cNvPr id="10" name="component-9">
            <a:extLst xmlns:a="http://schemas.openxmlformats.org/drawingml/2006/main">
              <a:ext uri="{FF2B5EF4-FFF2-40B4-BE49-F238E27FC236}">
                <a16:creationId xmlns:a16="http://schemas.microsoft.com/office/drawing/2014/main" id="{8C4B7547-0D01-4692-A649-4097C610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33600"/>
            <a:ext cx="160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onent-10">
            <a:extLst xmlns:a="http://schemas.openxmlformats.org/drawingml/2006/main">
              <a:ext uri="{FF2B5EF4-FFF2-40B4-BE49-F238E27FC236}">
                <a16:creationId xmlns:a16="http://schemas.microsoft.com/office/drawing/2014/main" id="{BDF5F248-610E-477C-8381-9A9E2403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24200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2" name="component-11">
            <a:extLst xmlns:a="http://schemas.openxmlformats.org/drawingml/2006/main">
              <a:ext uri="{FF2B5EF4-FFF2-40B4-BE49-F238E27FC236}">
                <a16:creationId xmlns:a16="http://schemas.microsoft.com/office/drawing/2014/main" id="{A953FB6C-25A7-4101-8F19-0B732321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29000"/>
            <a:ext cx="16002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#237563</a:t>
            </a:r>
          </a:p>
        </p:txBody>
      </p:sp>
      <p:sp>
        <p:nvSpPr>
          <p:cNvPr id="13" name="component-12">
            <a:extLst xmlns:a="http://schemas.openxmlformats.org/drawingml/2006/main">
              <a:ext uri="{FF2B5EF4-FFF2-40B4-BE49-F238E27FC236}">
                <a16:creationId xmlns:a16="http://schemas.microsoft.com/office/drawing/2014/main" id="{676032A3-BC59-419B-B8FA-A8C22FD1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33600"/>
            <a:ext cx="160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mponent-13">
            <a:extLst xmlns:a="http://schemas.openxmlformats.org/drawingml/2006/main">
              <a:ext uri="{FF2B5EF4-FFF2-40B4-BE49-F238E27FC236}">
                <a16:creationId xmlns:a16="http://schemas.microsoft.com/office/drawing/2014/main" id="{8AD9B9DF-7F5D-47A2-9A62-D30FCBE1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24200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Land</a:t>
            </a:r>
          </a:p>
        </p:txBody>
      </p:sp>
      <p:sp>
        <p:nvSpPr>
          <p:cNvPr id="15" name="component-14">
            <a:extLst xmlns:a="http://schemas.openxmlformats.org/drawingml/2006/main">
              <a:ext uri="{FF2B5EF4-FFF2-40B4-BE49-F238E27FC236}">
                <a16:creationId xmlns:a16="http://schemas.microsoft.com/office/drawing/2014/main" id="{AEADA32B-841C-450C-85CF-8BE3EE0E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29000"/>
            <a:ext cx="16002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#D9E8CF</a:t>
            </a:r>
          </a:p>
        </p:txBody>
      </p:sp>
      <p:sp>
        <p:nvSpPr>
          <p:cNvPr id="16" name="component-15">
            <a:extLst xmlns:a="http://schemas.openxmlformats.org/drawingml/2006/main">
              <a:ext uri="{FF2B5EF4-FFF2-40B4-BE49-F238E27FC236}">
                <a16:creationId xmlns:a16="http://schemas.microsoft.com/office/drawing/2014/main" id="{EB496CC1-B487-4495-B4D0-B932C564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33600"/>
            <a:ext cx="160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onent-16">
            <a:extLst xmlns:a="http://schemas.openxmlformats.org/drawingml/2006/main">
              <a:ext uri="{FF2B5EF4-FFF2-40B4-BE49-F238E27FC236}">
                <a16:creationId xmlns:a16="http://schemas.microsoft.com/office/drawing/2014/main" id="{6E7C3D14-70EC-479A-B7FF-FD4278C8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24200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Apartment</a:t>
            </a:r>
          </a:p>
        </p:txBody>
      </p:sp>
      <p:sp>
        <p:nvSpPr>
          <p:cNvPr id="18" name="component-17">
            <a:extLst xmlns:a="http://schemas.openxmlformats.org/drawingml/2006/main">
              <a:ext uri="{FF2B5EF4-FFF2-40B4-BE49-F238E27FC236}">
                <a16:creationId xmlns:a16="http://schemas.microsoft.com/office/drawing/2014/main" id="{A851CFC6-0923-4C53-AB93-5D28F8E5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29000"/>
            <a:ext cx="16002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#EDC879</a:t>
            </a:r>
          </a:p>
        </p:txBody>
      </p:sp>
      <p:sp>
        <p:nvSpPr>
          <p:cNvPr id="19" name="component-18">
            <a:extLst xmlns:a="http://schemas.openxmlformats.org/drawingml/2006/main">
              <a:ext uri="{FF2B5EF4-FFF2-40B4-BE49-F238E27FC236}">
                <a16:creationId xmlns:a16="http://schemas.microsoft.com/office/drawing/2014/main" id="{FE94A917-D394-4271-9D6A-E13EBFF9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160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mponent-19">
            <a:extLst xmlns:a="http://schemas.openxmlformats.org/drawingml/2006/main">
              <a:ext uri="{FF2B5EF4-FFF2-40B4-BE49-F238E27FC236}">
                <a16:creationId xmlns:a16="http://schemas.microsoft.com/office/drawing/2014/main" id="{A8B3297D-EA46-409A-8125-6E17D3DF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24200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Hotel</a:t>
            </a:r>
          </a:p>
        </p:txBody>
      </p:sp>
      <p:sp>
        <p:nvSpPr>
          <p:cNvPr id="21" name="component-20">
            <a:extLst xmlns:a="http://schemas.openxmlformats.org/drawingml/2006/main">
              <a:ext uri="{FF2B5EF4-FFF2-40B4-BE49-F238E27FC236}">
                <a16:creationId xmlns:a16="http://schemas.microsoft.com/office/drawing/2014/main" id="{F873D01D-E262-4704-B58B-AE44A12D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29000"/>
            <a:ext cx="16002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#B7A9D3</a:t>
            </a:r>
          </a:p>
        </p:txBody>
      </p:sp>
      <p:sp>
        <p:nvSpPr>
          <p:cNvPr id="22" name="component-21">
            <a:extLst xmlns:a="http://schemas.openxmlformats.org/drawingml/2006/main">
              <a:ext uri="{FF2B5EF4-FFF2-40B4-BE49-F238E27FC236}">
                <a16:creationId xmlns:a16="http://schemas.microsoft.com/office/drawing/2014/main" id="{757AC62D-05DD-4AB2-84F1-9C3649D0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160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mponent-22">
            <a:extLst xmlns:a="http://schemas.openxmlformats.org/drawingml/2006/main">
              <a:ext uri="{FF2B5EF4-FFF2-40B4-BE49-F238E27FC236}">
                <a16:creationId xmlns:a16="http://schemas.microsoft.com/office/drawing/2014/main" id="{84B0C88A-C508-4C1D-BFF8-39CEC3A0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24200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Office</a:t>
            </a:r>
          </a:p>
        </p:txBody>
      </p:sp>
      <p:sp>
        <p:nvSpPr>
          <p:cNvPr id="24" name="component-23">
            <a:extLst xmlns:a="http://schemas.openxmlformats.org/drawingml/2006/main">
              <a:ext uri="{FF2B5EF4-FFF2-40B4-BE49-F238E27FC236}">
                <a16:creationId xmlns:a16="http://schemas.microsoft.com/office/drawing/2014/main" id="{C84BA7DB-A2AA-4BA4-816A-56B097EE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29000"/>
            <a:ext cx="16002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#8EB9D0</a:t>
            </a:r>
          </a:p>
        </p:txBody>
      </p:sp>
      <p:sp>
        <p:nvSpPr>
          <p:cNvPr id="25" name="component-24">
            <a:extLst xmlns:a="http://schemas.openxmlformats.org/drawingml/2006/main">
              <a:ext uri="{FF2B5EF4-FFF2-40B4-BE49-F238E27FC236}">
                <a16:creationId xmlns:a16="http://schemas.microsoft.com/office/drawing/2014/main" id="{E1712F6D-80D0-426D-88F0-D883C749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133600"/>
            <a:ext cx="160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mponent-25">
            <a:extLst xmlns:a="http://schemas.openxmlformats.org/drawingml/2006/main">
              <a:ext uri="{FF2B5EF4-FFF2-40B4-BE49-F238E27FC236}">
                <a16:creationId xmlns:a16="http://schemas.microsoft.com/office/drawing/2014/main" id="{CA32E6C1-6663-420F-BA46-EE795D06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124200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Food</a:t>
            </a:r>
          </a:p>
        </p:txBody>
      </p:sp>
      <p:sp>
        <p:nvSpPr>
          <p:cNvPr id="27" name="component-26">
            <a:extLst xmlns:a="http://schemas.openxmlformats.org/drawingml/2006/main">
              <a:ext uri="{FF2B5EF4-FFF2-40B4-BE49-F238E27FC236}">
                <a16:creationId xmlns:a16="http://schemas.microsoft.com/office/drawing/2014/main" id="{92F499BD-5FEE-4311-9C8C-D60A9CBF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429000"/>
            <a:ext cx="16002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#E9A08B</a:t>
            </a:r>
          </a:p>
        </p:txBody>
      </p:sp>
      <p:sp>
        <p:nvSpPr>
          <p:cNvPr id="28" name="component-27">
            <a:extLst xmlns:a="http://schemas.openxmlformats.org/drawingml/2006/main">
              <a:ext uri="{FF2B5EF4-FFF2-40B4-BE49-F238E27FC236}">
                <a16:creationId xmlns:a16="http://schemas.microsoft.com/office/drawing/2014/main" id="{83FD3B85-4F17-49A3-B279-DA229B8C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2133600"/>
            <a:ext cx="160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B94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mponent-28">
            <a:extLst xmlns:a="http://schemas.openxmlformats.org/drawingml/2006/main">
              <a:ext uri="{FF2B5EF4-FFF2-40B4-BE49-F238E27FC236}">
                <a16:creationId xmlns:a16="http://schemas.microsoft.com/office/drawing/2014/main" id="{C2E63FE8-9F2B-431B-B24B-1196058C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3124200"/>
            <a:ext cx="160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30" name="component-29">
            <a:extLst xmlns:a="http://schemas.openxmlformats.org/drawingml/2006/main">
              <a:ext uri="{FF2B5EF4-FFF2-40B4-BE49-F238E27FC236}">
                <a16:creationId xmlns:a16="http://schemas.microsoft.com/office/drawing/2014/main" id="{C88CDA62-5404-4B7E-930D-92C37A77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3429000"/>
            <a:ext cx="16002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#B94343</a:t>
            </a:r>
          </a:p>
        </p:txBody>
      </p:sp>
      <p:sp>
        <p:nvSpPr>
          <p:cNvPr id="31" name="component-30">
            <a:extLst xmlns:a="http://schemas.openxmlformats.org/drawingml/2006/main">
              <a:ext uri="{FF2B5EF4-FFF2-40B4-BE49-F238E27FC236}">
                <a16:creationId xmlns:a16="http://schemas.microsoft.com/office/drawing/2014/main" id="{BD498328-BB23-4C4C-B0F3-84951A04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4572000" cy="453390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2" name="component-31">
            <a:extLst xmlns:a="http://schemas.openxmlformats.org/drawingml/2006/main">
              <a:ext uri="{FF2B5EF4-FFF2-40B4-BE49-F238E27FC236}">
                <a16:creationId xmlns:a16="http://schemas.microsoft.com/office/drawing/2014/main" id="{F3099DDC-2B1D-48D8-83A7-3A5CAF2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Typography</a:t>
            </a:r>
          </a:p>
        </p:txBody>
      </p:sp>
      <p:sp>
        <p:nvSpPr>
          <p:cNvPr id="33" name="component-32">
            <a:extLst xmlns:a="http://schemas.openxmlformats.org/drawingml/2006/main">
              <a:ext uri="{FF2B5EF4-FFF2-40B4-BE49-F238E27FC236}">
                <a16:creationId xmlns:a16="http://schemas.microsoft.com/office/drawing/2014/main" id="{BAA0C564-977D-43A2-A720-BABC0C0D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omponent-33">
            <a:extLst xmlns:a="http://schemas.openxmlformats.org/drawingml/2006/main">
              <a:ext uri="{FF2B5EF4-FFF2-40B4-BE49-F238E27FC236}">
                <a16:creationId xmlns:a16="http://schemas.microsoft.com/office/drawing/2014/main" id="{DEDDC708-356D-4E51-B67F-AEF736C6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114800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4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Management</a:t>
            </a:r>
          </a:p>
        </p:txBody>
      </p:sp>
      <p:sp>
        <p:nvSpPr>
          <p:cNvPr id="35" name="component-34">
            <a:extLst xmlns:a="http://schemas.openxmlformats.org/drawingml/2006/main">
              <a:ext uri="{FF2B5EF4-FFF2-40B4-BE49-F238E27FC236}">
                <a16:creationId xmlns:a16="http://schemas.microsoft.com/office/drawing/2014/main" id="{01BD6536-C930-4283-9F9C-8BA0EEF6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Floor 04</a:t>
            </a:r>
          </a:p>
        </p:txBody>
      </p:sp>
      <p:sp>
        <p:nvSpPr>
          <p:cNvPr id="36" name="component-35">
            <a:extLst xmlns:a="http://schemas.openxmlformats.org/drawingml/2006/main">
              <a:ext uri="{FF2B5EF4-FFF2-40B4-BE49-F238E27FC236}">
                <a16:creationId xmlns:a16="http://schemas.microsoft.com/office/drawing/2014/main" id="{EC3BA420-83EA-4128-A2F8-AFD7FA91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411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View rooms and tenants</a:t>
            </a:r>
          </a:p>
        </p:txBody>
      </p:sp>
      <p:sp>
        <p:nvSpPr>
          <p:cNvPr id="37" name="component-36">
            <a:extLst xmlns:a="http://schemas.openxmlformats.org/drawingml/2006/main">
              <a:ext uri="{FF2B5EF4-FFF2-40B4-BE49-F238E27FC236}">
                <a16:creationId xmlns:a16="http://schemas.microsoft.com/office/drawing/2014/main" id="{DE4432F4-DF94-4C90-8C5D-E75AAD32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1148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Room capacity follows the footprint.</a:t>
            </a:r>
          </a:p>
        </p:txBody>
      </p:sp>
      <p:sp>
        <p:nvSpPr>
          <p:cNvPr id="38" name="component-37">
            <a:extLst xmlns:a="http://schemas.openxmlformats.org/drawingml/2006/main">
              <a:ext uri="{FF2B5EF4-FFF2-40B4-BE49-F238E27FC236}">
                <a16:creationId xmlns:a16="http://schemas.microsoft.com/office/drawing/2014/main" id="{5A3EC138-3A07-4C40-8A92-E38A2DAC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1995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Font</a:t>
            </a:r>
          </a:p>
        </p:txBody>
      </p:sp>
      <p:sp>
        <p:nvSpPr>
          <p:cNvPr id="39" name="component-38">
            <a:extLst xmlns:a="http://schemas.openxmlformats.org/drawingml/2006/main">
              <a:ext uri="{FF2B5EF4-FFF2-40B4-BE49-F238E27FC236}">
                <a16:creationId xmlns:a16="http://schemas.microsoft.com/office/drawing/2014/main" id="{7F212394-530C-4E56-8B8D-BA037470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721995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Arial</a:t>
            </a:r>
          </a:p>
        </p:txBody>
      </p:sp>
      <p:sp>
        <p:nvSpPr>
          <p:cNvPr id="40" name="component-39">
            <a:extLst xmlns:a="http://schemas.openxmlformats.org/drawingml/2006/main">
              <a:ext uri="{FF2B5EF4-FFF2-40B4-BE49-F238E27FC236}">
                <a16:creationId xmlns:a16="http://schemas.microsoft.com/office/drawing/2014/main" id="{704E8F24-37B6-4BB2-A09B-38E1ABA9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omponent-40">
            <a:extLst xmlns:a="http://schemas.openxmlformats.org/drawingml/2006/main">
              <a:ext uri="{FF2B5EF4-FFF2-40B4-BE49-F238E27FC236}">
                <a16:creationId xmlns:a16="http://schemas.microsoft.com/office/drawing/2014/main" id="{D5C450F5-95CC-46ED-AFA0-2212E1AB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486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Text sizes</a:t>
            </a:r>
          </a:p>
        </p:txBody>
      </p:sp>
      <p:sp>
        <p:nvSpPr>
          <p:cNvPr id="42" name="component-41">
            <a:extLst xmlns:a="http://schemas.openxmlformats.org/drawingml/2006/main">
              <a:ext uri="{FF2B5EF4-FFF2-40B4-BE49-F238E27FC236}">
                <a16:creationId xmlns:a16="http://schemas.microsoft.com/office/drawing/2014/main" id="{C1B83197-A960-402F-857E-DE798F8D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78486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16 / 20 / 24 / 44</a:t>
            </a:r>
          </a:p>
        </p:txBody>
      </p:sp>
      <p:sp>
        <p:nvSpPr>
          <p:cNvPr id="43" name="component-42">
            <a:extLst xmlns:a="http://schemas.openxmlformats.org/drawingml/2006/main">
              <a:ext uri="{FF2B5EF4-FFF2-40B4-BE49-F238E27FC236}">
                <a16:creationId xmlns:a16="http://schemas.microsoft.com/office/drawing/2014/main" id="{7E54DB1A-668C-46FE-A807-87FAA557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486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mponent-43">
            <a:extLst xmlns:a="http://schemas.openxmlformats.org/drawingml/2006/main">
              <a:ext uri="{FF2B5EF4-FFF2-40B4-BE49-F238E27FC236}">
                <a16:creationId xmlns:a16="http://schemas.microsoft.com/office/drawing/2014/main" id="{1A46D629-65D8-4224-B8A6-C85126C6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38600"/>
            <a:ext cx="4572000" cy="453390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5" name="component-44">
            <a:extLst xmlns:a="http://schemas.openxmlformats.org/drawingml/2006/main">
              <a:ext uri="{FF2B5EF4-FFF2-40B4-BE49-F238E27FC236}">
                <a16:creationId xmlns:a16="http://schemas.microsoft.com/office/drawing/2014/main" id="{17286290-56FB-4A57-A942-BA68C5F6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2910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46" name="component-45">
            <a:extLst xmlns:a="http://schemas.openxmlformats.org/drawingml/2006/main">
              <a:ext uri="{FF2B5EF4-FFF2-40B4-BE49-F238E27FC236}">
                <a16:creationId xmlns:a16="http://schemas.microsoft.com/office/drawing/2014/main" id="{059F6912-AB4F-4C20-A0DC-B4F6C3AF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672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mponent-46">
            <a:extLst xmlns:a="http://schemas.openxmlformats.org/drawingml/2006/main">
              <a:ext uri="{FF2B5EF4-FFF2-40B4-BE49-F238E27FC236}">
                <a16:creationId xmlns:a16="http://schemas.microsoft.com/office/drawing/2014/main" id="{CC1719F5-41FD-4FF3-A389-9735D3B6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omponent-47">
            <a:extLst xmlns:a="http://schemas.openxmlformats.org/drawingml/2006/main">
              <a:ext uri="{FF2B5EF4-FFF2-40B4-BE49-F238E27FC236}">
                <a16:creationId xmlns:a16="http://schemas.microsoft.com/office/drawing/2014/main" id="{49B3CC73-7247-42A8-B947-BAEED091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2920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49" name="component-48">
            <a:extLst xmlns:a="http://schemas.openxmlformats.org/drawingml/2006/main">
              <a:ext uri="{FF2B5EF4-FFF2-40B4-BE49-F238E27FC236}">
                <a16:creationId xmlns:a16="http://schemas.microsoft.com/office/drawing/2014/main" id="{65B2F5C7-AAF5-4101-93A1-3BB3E192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953000"/>
            <a:ext cx="1981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50" name="component-49">
            <a:extLst xmlns:a="http://schemas.openxmlformats.org/drawingml/2006/main">
              <a:ext uri="{FF2B5EF4-FFF2-40B4-BE49-F238E27FC236}">
                <a16:creationId xmlns:a16="http://schemas.microsoft.com/office/drawing/2014/main" id="{46BDD2AE-5604-41CA-839B-F8A229BD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2920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Cancel</a:t>
            </a:r>
          </a:p>
        </p:txBody>
      </p:sp>
      <p:sp>
        <p:nvSpPr>
          <p:cNvPr id="51" name="component-50">
            <a:extLst xmlns:a="http://schemas.openxmlformats.org/drawingml/2006/main">
              <a:ext uri="{FF2B5EF4-FFF2-40B4-BE49-F238E27FC236}">
                <a16:creationId xmlns:a16="http://schemas.microsoft.com/office/drawing/2014/main" id="{94DA3B0B-24CB-4038-85F7-7C6909DF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791200"/>
            <a:ext cx="41148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CBD name</a:t>
            </a:r>
          </a:p>
        </p:txBody>
      </p:sp>
      <p:sp>
        <p:nvSpPr>
          <p:cNvPr id="52" name="component-51">
            <a:extLst xmlns:a="http://schemas.openxmlformats.org/drawingml/2006/main">
              <a:ext uri="{FF2B5EF4-FFF2-40B4-BE49-F238E27FC236}">
                <a16:creationId xmlns:a16="http://schemas.microsoft.com/office/drawing/2014/main" id="{30DDCB13-CE6D-4E95-97D7-F511B818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115050"/>
            <a:ext cx="4114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53" name="component-52">
            <a:extLst xmlns:a="http://schemas.openxmlformats.org/drawingml/2006/main">
              <a:ext uri="{FF2B5EF4-FFF2-40B4-BE49-F238E27FC236}">
                <a16:creationId xmlns:a16="http://schemas.microsoft.com/office/drawing/2014/main" id="{37C33924-75BC-4B37-9F8F-5B3C5CBD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200775"/>
            <a:ext cx="3810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Central District</a:t>
            </a:r>
          </a:p>
        </p:txBody>
      </p:sp>
      <p:sp>
        <p:nvSpPr>
          <p:cNvPr id="54" name="component-53">
            <a:extLst xmlns:a="http://schemas.openxmlformats.org/drawingml/2006/main">
              <a:ext uri="{FF2B5EF4-FFF2-40B4-BE49-F238E27FC236}">
                <a16:creationId xmlns:a16="http://schemas.microsoft.com/office/drawing/2014/main" id="{A2A0D515-EDF8-443D-9650-E23F3E62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048500"/>
            <a:ext cx="13716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omponent-54">
            <a:extLst xmlns:a="http://schemas.openxmlformats.org/drawingml/2006/main">
              <a:ext uri="{FF2B5EF4-FFF2-40B4-BE49-F238E27FC236}">
                <a16:creationId xmlns:a16="http://schemas.microsoft.com/office/drawing/2014/main" id="{E8F24DAE-A548-4C0E-A36D-6C1B11A3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70866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7563"/>
                </a:solidFill>
                <a:latin typeface="Arial"/>
                <a:ea typeface="Arial"/>
                <a:cs typeface="Arial"/>
              </a:rPr>
              <a:t>Available</a:t>
            </a:r>
          </a:p>
        </p:txBody>
      </p:sp>
      <p:sp>
        <p:nvSpPr>
          <p:cNvPr id="56" name="component-55">
            <a:extLst xmlns:a="http://schemas.openxmlformats.org/drawingml/2006/main">
              <a:ext uri="{FF2B5EF4-FFF2-40B4-BE49-F238E27FC236}">
                <a16:creationId xmlns:a16="http://schemas.microsoft.com/office/drawing/2014/main" id="{1946A0E7-E5BA-40AC-8BD8-9AC11A7E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7048500"/>
            <a:ext cx="15240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omponent-56">
            <a:extLst xmlns:a="http://schemas.openxmlformats.org/drawingml/2006/main">
              <a:ext uri="{FF2B5EF4-FFF2-40B4-BE49-F238E27FC236}">
                <a16:creationId xmlns:a16="http://schemas.microsoft.com/office/drawing/2014/main" id="{E6D99CFC-A562-4125-AE44-0CB09930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70866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B9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B943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343"/>
                </a:solidFill>
                <a:latin typeface="Arial"/>
                <a:ea typeface="Arial"/>
                <a:cs typeface="Arial"/>
              </a:rPr>
              <a:t>Parking full</a:t>
            </a:r>
          </a:p>
        </p:txBody>
      </p:sp>
      <p:sp>
        <p:nvSpPr>
          <p:cNvPr id="58" name="component-57">
            <a:extLst xmlns:a="http://schemas.openxmlformats.org/drawingml/2006/main">
              <a:ext uri="{FF2B5EF4-FFF2-40B4-BE49-F238E27FC236}">
                <a16:creationId xmlns:a16="http://schemas.microsoft.com/office/drawing/2014/main" id="{009CF065-DD1A-4F2E-A8F8-DA04F8D2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810500"/>
            <a:ext cx="41148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48 px actions. 8 px control corners.</a:t>
            </a:r>
          </a:p>
        </p:txBody>
      </p:sp>
      <p:sp>
        <p:nvSpPr>
          <p:cNvPr id="59" name="component-58">
            <a:extLst xmlns:a="http://schemas.openxmlformats.org/drawingml/2006/main">
              <a:ext uri="{FF2B5EF4-FFF2-40B4-BE49-F238E27FC236}">
                <a16:creationId xmlns:a16="http://schemas.microsoft.com/office/drawing/2014/main" id="{ED3118F3-3207-4243-9605-A5BF734D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038600"/>
            <a:ext cx="4572000" cy="453390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60" name="component-59">
            <a:extLst xmlns:a="http://schemas.openxmlformats.org/drawingml/2006/main">
              <a:ext uri="{FF2B5EF4-FFF2-40B4-BE49-F238E27FC236}">
                <a16:creationId xmlns:a16="http://schemas.microsoft.com/office/drawing/2014/main" id="{30579EA1-496C-4520-9023-1EF33A66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2910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Spacing</a:t>
            </a:r>
          </a:p>
        </p:txBody>
      </p:sp>
      <p:sp>
        <p:nvSpPr>
          <p:cNvPr id="61" name="component-60">
            <a:extLst xmlns:a="http://schemas.openxmlformats.org/drawingml/2006/main">
              <a:ext uri="{FF2B5EF4-FFF2-40B4-BE49-F238E27FC236}">
                <a16:creationId xmlns:a16="http://schemas.microsoft.com/office/drawing/2014/main" id="{18724F98-7B29-44C0-B4DB-962F4668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6672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component-61">
            <a:extLst xmlns:a="http://schemas.openxmlformats.org/drawingml/2006/main">
              <a:ext uri="{FF2B5EF4-FFF2-40B4-BE49-F238E27FC236}">
                <a16:creationId xmlns:a16="http://schemas.microsoft.com/office/drawing/2014/main" id="{45F2ACF7-600F-4669-B6C6-4AC57284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953000"/>
            <a:ext cx="495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3" name="component-62">
            <a:extLst xmlns:a="http://schemas.openxmlformats.org/drawingml/2006/main">
              <a:ext uri="{FF2B5EF4-FFF2-40B4-BE49-F238E27FC236}">
                <a16:creationId xmlns:a16="http://schemas.microsoft.com/office/drawing/2014/main" id="{820E05E6-0DE9-4DA0-91B0-F416020F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0673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component-63">
            <a:extLst xmlns:a="http://schemas.openxmlformats.org/drawingml/2006/main">
              <a:ext uri="{FF2B5EF4-FFF2-40B4-BE49-F238E27FC236}">
                <a16:creationId xmlns:a16="http://schemas.microsoft.com/office/drawing/2014/main" id="{D8EC3371-63AE-4031-BD3F-772D1044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562600"/>
            <a:ext cx="495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5" name="component-64">
            <a:extLst xmlns:a="http://schemas.openxmlformats.org/drawingml/2006/main">
              <a:ext uri="{FF2B5EF4-FFF2-40B4-BE49-F238E27FC236}">
                <a16:creationId xmlns:a16="http://schemas.microsoft.com/office/drawing/2014/main" id="{195D9B0D-3243-4DB0-A86D-2B98FF89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67690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component-65">
            <a:extLst xmlns:a="http://schemas.openxmlformats.org/drawingml/2006/main">
              <a:ext uri="{FF2B5EF4-FFF2-40B4-BE49-F238E27FC236}">
                <a16:creationId xmlns:a16="http://schemas.microsoft.com/office/drawing/2014/main" id="{8C82F987-765D-4666-BE5D-AE295C41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172200"/>
            <a:ext cx="495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7" name="component-66">
            <a:extLst xmlns:a="http://schemas.openxmlformats.org/drawingml/2006/main">
              <a:ext uri="{FF2B5EF4-FFF2-40B4-BE49-F238E27FC236}">
                <a16:creationId xmlns:a16="http://schemas.microsoft.com/office/drawing/2014/main" id="{661E4100-EB45-47DD-BEC3-16E570F6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component-67">
            <a:extLst xmlns:a="http://schemas.openxmlformats.org/drawingml/2006/main">
              <a:ext uri="{FF2B5EF4-FFF2-40B4-BE49-F238E27FC236}">
                <a16:creationId xmlns:a16="http://schemas.microsoft.com/office/drawing/2014/main" id="{F73D931D-BA62-4957-8D2D-A776B65A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781800"/>
            <a:ext cx="495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9" name="component-68">
            <a:extLst xmlns:a="http://schemas.openxmlformats.org/drawingml/2006/main">
              <a:ext uri="{FF2B5EF4-FFF2-40B4-BE49-F238E27FC236}">
                <a16:creationId xmlns:a16="http://schemas.microsoft.com/office/drawing/2014/main" id="{31695B06-C282-45A7-B898-775D3A69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896100"/>
            <a:ext cx="1828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component-69">
            <a:extLst xmlns:a="http://schemas.openxmlformats.org/drawingml/2006/main">
              <a:ext uri="{FF2B5EF4-FFF2-40B4-BE49-F238E27FC236}">
                <a16:creationId xmlns:a16="http://schemas.microsoft.com/office/drawing/2014/main" id="{05EF0983-3ACA-4C4D-A891-AE05AE53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391400"/>
            <a:ext cx="495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71" name="component-70">
            <a:extLst xmlns:a="http://schemas.openxmlformats.org/drawingml/2006/main">
              <a:ext uri="{FF2B5EF4-FFF2-40B4-BE49-F238E27FC236}">
                <a16:creationId xmlns:a16="http://schemas.microsoft.com/office/drawing/2014/main" id="{1E4DF35A-B19E-40A6-BB52-A0B7E762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7505700"/>
            <a:ext cx="2743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88296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D2D8284-97FA-4AF6-8448-902DABD47F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345925d094b0d"/>
          <a:stretch xmlns:a="http://schemas.openxmlformats.org/drawingml/2006/main"/>
        </p:blipFill>
        <p:spPr>
          <a:xfrm xmlns:a="http://schemas.openxmlformats.org/drawingml/2006/main">
            <a:off x="457200" y="304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component-71">
            <a:extLst xmlns:a="http://schemas.openxmlformats.org/drawingml/2006/main">
              <a:ext uri="{FF2B5EF4-FFF2-40B4-BE49-F238E27FC236}">
                <a16:creationId xmlns:a16="http://schemas.microsoft.com/office/drawing/2014/main" id="{8CD5963A-7AF6-40B5-9DD0-0A4DC699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7620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Management Tycoon</a:t>
            </a:r>
          </a:p>
        </p:txBody>
      </p:sp>
      <p:sp>
        <p:nvSpPr>
          <p:cNvPr id="3" name="component-72">
            <a:extLst xmlns:a="http://schemas.openxmlformats.org/drawingml/2006/main">
              <a:ext uri="{FF2B5EF4-FFF2-40B4-BE49-F238E27FC236}">
                <a16:creationId xmlns:a16="http://schemas.microsoft.com/office/drawing/2014/main" id="{6F54D2DC-7637-4AA1-BD85-948B71D2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1000"/>
            <a:ext cx="1219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02 / 16</a:t>
            </a:r>
          </a:p>
        </p:txBody>
      </p:sp>
      <p:sp>
        <p:nvSpPr>
          <p:cNvPr id="4" name="component-73">
            <a:extLst xmlns:a="http://schemas.openxmlformats.org/drawingml/2006/main">
              <a:ext uri="{FF2B5EF4-FFF2-40B4-BE49-F238E27FC236}">
                <a16:creationId xmlns:a16="http://schemas.microsoft.com/office/drawing/2014/main" id="{9D595E70-2B3B-4E8D-80CA-9B16C56B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onent-74">
            <a:extLst xmlns:a="http://schemas.openxmlformats.org/drawingml/2006/main">
              <a:ext uri="{FF2B5EF4-FFF2-40B4-BE49-F238E27FC236}">
                <a16:creationId xmlns:a16="http://schemas.microsoft.com/office/drawing/2014/main" id="{D34CDC9B-D284-43CE-A98E-7584EB79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02 · Interaction states</a:t>
            </a:r>
          </a:p>
        </p:txBody>
      </p:sp>
      <p:sp>
        <p:nvSpPr>
          <p:cNvPr id="6" name="component-75">
            <a:extLst xmlns:a="http://schemas.openxmlformats.org/drawingml/2006/main">
              <a:ext uri="{FF2B5EF4-FFF2-40B4-BE49-F238E27FC236}">
                <a16:creationId xmlns:a16="http://schemas.microsoft.com/office/drawing/2014/main" id="{F081D3B2-56BD-47C8-842A-9B9A83EC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11430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Design reference. Sample values are illustrative.</a:t>
            </a:r>
          </a:p>
        </p:txBody>
      </p:sp>
      <p:sp>
        <p:nvSpPr>
          <p:cNvPr id="7" name="component-76">
            <a:extLst xmlns:a="http://schemas.openxmlformats.org/drawingml/2006/main">
              <a:ext uri="{FF2B5EF4-FFF2-40B4-BE49-F238E27FC236}">
                <a16:creationId xmlns:a16="http://schemas.microsoft.com/office/drawing/2014/main" id="{5F65ADFB-D225-413B-BB72-B28DAB97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2133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8" name="component-77">
            <a:extLst xmlns:a="http://schemas.openxmlformats.org/drawingml/2006/main">
              <a:ext uri="{FF2B5EF4-FFF2-40B4-BE49-F238E27FC236}">
                <a16:creationId xmlns:a16="http://schemas.microsoft.com/office/drawing/2014/main" id="{84194383-DEAF-439D-98AF-064ADF38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47900"/>
            <a:ext cx="2590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Default</a:t>
            </a:r>
          </a:p>
        </p:txBody>
      </p:sp>
      <p:sp>
        <p:nvSpPr>
          <p:cNvPr id="9" name="component-78">
            <a:extLst xmlns:a="http://schemas.openxmlformats.org/drawingml/2006/main">
              <a:ext uri="{FF2B5EF4-FFF2-40B4-BE49-F238E27FC236}">
                <a16:creationId xmlns:a16="http://schemas.microsoft.com/office/drawing/2014/main" id="{82729F3A-9A92-4082-B34E-C5B6B851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2590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onent-79">
            <a:extLst xmlns:a="http://schemas.openxmlformats.org/drawingml/2006/main">
              <a:ext uri="{FF2B5EF4-FFF2-40B4-BE49-F238E27FC236}">
                <a16:creationId xmlns:a16="http://schemas.microsoft.com/office/drawing/2014/main" id="{4DC42704-1521-4D1C-B581-A3B10F55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3370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1" name="component-80">
            <a:extLst xmlns:a="http://schemas.openxmlformats.org/drawingml/2006/main">
              <a:ext uri="{FF2B5EF4-FFF2-40B4-BE49-F238E27FC236}">
                <a16:creationId xmlns:a16="http://schemas.microsoft.com/office/drawing/2014/main" id="{F9B0D592-61AD-4C7F-B5B6-CEF1C102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47900"/>
            <a:ext cx="2590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Pressed</a:t>
            </a:r>
          </a:p>
        </p:txBody>
      </p:sp>
      <p:sp>
        <p:nvSpPr>
          <p:cNvPr id="12" name="component-81">
            <a:extLst xmlns:a="http://schemas.openxmlformats.org/drawingml/2006/main">
              <a:ext uri="{FF2B5EF4-FFF2-40B4-BE49-F238E27FC236}">
                <a16:creationId xmlns:a16="http://schemas.microsoft.com/office/drawing/2014/main" id="{E6BAB0CB-79A0-4389-A822-272CCE0B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2590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mponent-82">
            <a:extLst xmlns:a="http://schemas.openxmlformats.org/drawingml/2006/main">
              <a:ext uri="{FF2B5EF4-FFF2-40B4-BE49-F238E27FC236}">
                <a16:creationId xmlns:a16="http://schemas.microsoft.com/office/drawing/2014/main" id="{1E27A4FF-4353-4EDF-836D-AF5CA1E0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3370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4" name="component-83">
            <a:extLst xmlns:a="http://schemas.openxmlformats.org/drawingml/2006/main">
              <a:ext uri="{FF2B5EF4-FFF2-40B4-BE49-F238E27FC236}">
                <a16:creationId xmlns:a16="http://schemas.microsoft.com/office/drawing/2014/main" id="{75995194-9CAF-43F6-B85E-81D4D142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590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Keyboard focus</a:t>
            </a:r>
          </a:p>
        </p:txBody>
      </p:sp>
      <p:sp>
        <p:nvSpPr>
          <p:cNvPr id="15" name="component-84">
            <a:extLst xmlns:a="http://schemas.openxmlformats.org/drawingml/2006/main">
              <a:ext uri="{FF2B5EF4-FFF2-40B4-BE49-F238E27FC236}">
                <a16:creationId xmlns:a16="http://schemas.microsoft.com/office/drawing/2014/main" id="{D7E6B3C4-7B39-403D-842D-704A5FA9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2590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mponent-85">
            <a:extLst xmlns:a="http://schemas.openxmlformats.org/drawingml/2006/main">
              <a:ext uri="{FF2B5EF4-FFF2-40B4-BE49-F238E27FC236}">
                <a16:creationId xmlns:a16="http://schemas.microsoft.com/office/drawing/2014/main" id="{357F25B6-0FAA-4A4C-97A6-9928BA9E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3370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7" name="component-86">
            <a:extLst xmlns:a="http://schemas.openxmlformats.org/drawingml/2006/main">
              <a:ext uri="{FF2B5EF4-FFF2-40B4-BE49-F238E27FC236}">
                <a16:creationId xmlns:a16="http://schemas.microsoft.com/office/drawing/2014/main" id="{155FB92E-FF21-4AFA-BF79-69EBD483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00350"/>
            <a:ext cx="2705100" cy="5715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8" name="component-87">
            <a:extLst xmlns:a="http://schemas.openxmlformats.org/drawingml/2006/main">
              <a:ext uri="{FF2B5EF4-FFF2-40B4-BE49-F238E27FC236}">
                <a16:creationId xmlns:a16="http://schemas.microsoft.com/office/drawing/2014/main" id="{F36FEA3A-3642-434C-97F9-0914377F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247900"/>
            <a:ext cx="2590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Disabled</a:t>
            </a:r>
          </a:p>
        </p:txBody>
      </p:sp>
      <p:sp>
        <p:nvSpPr>
          <p:cNvPr id="19" name="component-88">
            <a:extLst xmlns:a="http://schemas.openxmlformats.org/drawingml/2006/main">
              <a:ext uri="{FF2B5EF4-FFF2-40B4-BE49-F238E27FC236}">
                <a16:creationId xmlns:a16="http://schemas.microsoft.com/office/drawing/2014/main" id="{B3274CFB-A6A3-4794-A196-4692C981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857500"/>
            <a:ext cx="2590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mponent-89">
            <a:extLst xmlns:a="http://schemas.openxmlformats.org/drawingml/2006/main">
              <a:ext uri="{FF2B5EF4-FFF2-40B4-BE49-F238E27FC236}">
                <a16:creationId xmlns:a16="http://schemas.microsoft.com/office/drawing/2014/main" id="{71A80FF7-8F91-47AB-A5E8-016BBE2A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293370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B77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1" name="component-90">
            <a:extLst xmlns:a="http://schemas.openxmlformats.org/drawingml/2006/main">
              <a:ext uri="{FF2B5EF4-FFF2-40B4-BE49-F238E27FC236}">
                <a16:creationId xmlns:a16="http://schemas.microsoft.com/office/drawing/2014/main" id="{31BC72A2-C03A-449B-A673-CEEC64AC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543300"/>
            <a:ext cx="25908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Requires more funds</a:t>
            </a:r>
          </a:p>
        </p:txBody>
      </p:sp>
      <p:sp>
        <p:nvSpPr>
          <p:cNvPr id="22" name="component-91">
            <a:extLst xmlns:a="http://schemas.openxmlformats.org/drawingml/2006/main">
              <a:ext uri="{FF2B5EF4-FFF2-40B4-BE49-F238E27FC236}">
                <a16:creationId xmlns:a16="http://schemas.microsoft.com/office/drawing/2014/main" id="{65F6D9A6-1862-4368-B577-DBC3646D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mponent-92">
            <a:extLst xmlns:a="http://schemas.openxmlformats.org/drawingml/2006/main">
              <a:ext uri="{FF2B5EF4-FFF2-40B4-BE49-F238E27FC236}">
                <a16:creationId xmlns:a16="http://schemas.microsoft.com/office/drawing/2014/main" id="{BE1A9187-2B0C-465E-B5B0-9DD839C7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2133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Text fields</a:t>
            </a:r>
          </a:p>
        </p:txBody>
      </p:sp>
      <p:sp>
        <p:nvSpPr>
          <p:cNvPr id="24" name="component-93">
            <a:extLst xmlns:a="http://schemas.openxmlformats.org/drawingml/2006/main">
              <a:ext uri="{FF2B5EF4-FFF2-40B4-BE49-F238E27FC236}">
                <a16:creationId xmlns:a16="http://schemas.microsoft.com/office/drawing/2014/main" id="{30B6B144-E518-4D02-8259-26855EEC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43400"/>
            <a:ext cx="350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Default</a:t>
            </a:r>
          </a:p>
        </p:txBody>
      </p:sp>
      <p:sp>
        <p:nvSpPr>
          <p:cNvPr id="25" name="component-94">
            <a:extLst xmlns:a="http://schemas.openxmlformats.org/drawingml/2006/main">
              <a:ext uri="{FF2B5EF4-FFF2-40B4-BE49-F238E27FC236}">
                <a16:creationId xmlns:a16="http://schemas.microsoft.com/office/drawing/2014/main" id="{648750CF-491A-4299-B596-C88441B2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38700"/>
            <a:ext cx="3505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District name</a:t>
            </a:r>
          </a:p>
        </p:txBody>
      </p:sp>
      <p:sp>
        <p:nvSpPr>
          <p:cNvPr id="26" name="component-95">
            <a:extLst xmlns:a="http://schemas.openxmlformats.org/drawingml/2006/main">
              <a:ext uri="{FF2B5EF4-FFF2-40B4-BE49-F238E27FC236}">
                <a16:creationId xmlns:a16="http://schemas.microsoft.com/office/drawing/2014/main" id="{DD379AF3-2459-4E2C-A3BD-4B0DA174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62550"/>
            <a:ext cx="3505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7" name="component-96">
            <a:extLst xmlns:a="http://schemas.openxmlformats.org/drawingml/2006/main">
              <a:ext uri="{FF2B5EF4-FFF2-40B4-BE49-F238E27FC236}">
                <a16:creationId xmlns:a16="http://schemas.microsoft.com/office/drawing/2014/main" id="{99004FB0-F5D7-4294-A39F-EFB68BCF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48275"/>
            <a:ext cx="32004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Central District</a:t>
            </a:r>
          </a:p>
        </p:txBody>
      </p:sp>
      <p:sp>
        <p:nvSpPr>
          <p:cNvPr id="28" name="component-97">
            <a:extLst xmlns:a="http://schemas.openxmlformats.org/drawingml/2006/main">
              <a:ext uri="{FF2B5EF4-FFF2-40B4-BE49-F238E27FC236}">
                <a16:creationId xmlns:a16="http://schemas.microsoft.com/office/drawing/2014/main" id="{B289B523-DA66-4BA7-A73B-F57AB7BF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43400"/>
            <a:ext cx="350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Focused</a:t>
            </a:r>
          </a:p>
        </p:txBody>
      </p:sp>
      <p:sp>
        <p:nvSpPr>
          <p:cNvPr id="29" name="component-98">
            <a:extLst xmlns:a="http://schemas.openxmlformats.org/drawingml/2006/main">
              <a:ext uri="{FF2B5EF4-FFF2-40B4-BE49-F238E27FC236}">
                <a16:creationId xmlns:a16="http://schemas.microsoft.com/office/drawing/2014/main" id="{3DE2BF2F-B140-45CB-B9CF-818B4E40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38700"/>
            <a:ext cx="3505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District name</a:t>
            </a:r>
          </a:p>
        </p:txBody>
      </p:sp>
      <p:sp>
        <p:nvSpPr>
          <p:cNvPr id="30" name="component-99">
            <a:extLst xmlns:a="http://schemas.openxmlformats.org/drawingml/2006/main">
              <a:ext uri="{FF2B5EF4-FFF2-40B4-BE49-F238E27FC236}">
                <a16:creationId xmlns:a16="http://schemas.microsoft.com/office/drawing/2014/main" id="{64A67B98-768F-440D-A078-D65AC24E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62550"/>
            <a:ext cx="3505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1" name="component-100">
            <a:extLst xmlns:a="http://schemas.openxmlformats.org/drawingml/2006/main">
              <a:ext uri="{FF2B5EF4-FFF2-40B4-BE49-F238E27FC236}">
                <a16:creationId xmlns:a16="http://schemas.microsoft.com/office/drawing/2014/main" id="{9AA2C520-79E5-4184-BDC2-4BA541E1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48275"/>
            <a:ext cx="32004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Central District</a:t>
            </a:r>
          </a:p>
        </p:txBody>
      </p:sp>
      <p:sp>
        <p:nvSpPr>
          <p:cNvPr id="32" name="component-101">
            <a:extLst xmlns:a="http://schemas.openxmlformats.org/drawingml/2006/main">
              <a:ext uri="{FF2B5EF4-FFF2-40B4-BE49-F238E27FC236}">
                <a16:creationId xmlns:a16="http://schemas.microsoft.com/office/drawing/2014/main" id="{C0DD1486-6D5F-4A03-981D-F72D823E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24450"/>
            <a:ext cx="3581400" cy="609600"/>
          </a:xfrm>
          <a:prstGeom xmlns:a="http://schemas.openxmlformats.org/drawingml/2006/main" prst="roundRect">
            <a:avLst>
              <a:gd name="adj" fmla="val 156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33" name="component-102">
            <a:extLst xmlns:a="http://schemas.openxmlformats.org/drawingml/2006/main">
              <a:ext uri="{FF2B5EF4-FFF2-40B4-BE49-F238E27FC236}">
                <a16:creationId xmlns:a16="http://schemas.microsoft.com/office/drawing/2014/main" id="{068DB8F6-2C04-4C94-A9EE-1ACD9B37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343400"/>
            <a:ext cx="350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Invalid</a:t>
            </a:r>
          </a:p>
        </p:txBody>
      </p:sp>
      <p:sp>
        <p:nvSpPr>
          <p:cNvPr id="34" name="component-103">
            <a:extLst xmlns:a="http://schemas.openxmlformats.org/drawingml/2006/main">
              <a:ext uri="{FF2B5EF4-FFF2-40B4-BE49-F238E27FC236}">
                <a16:creationId xmlns:a16="http://schemas.microsoft.com/office/drawing/2014/main" id="{9A129992-CF66-4EAF-B188-E96FEE14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838700"/>
            <a:ext cx="3505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District name</a:t>
            </a:r>
          </a:p>
        </p:txBody>
      </p:sp>
      <p:sp>
        <p:nvSpPr>
          <p:cNvPr id="35" name="component-104">
            <a:extLst xmlns:a="http://schemas.openxmlformats.org/drawingml/2006/main">
              <a:ext uri="{FF2B5EF4-FFF2-40B4-BE49-F238E27FC236}">
                <a16:creationId xmlns:a16="http://schemas.microsoft.com/office/drawing/2014/main" id="{F3B0663B-6F83-412D-89BD-7B16C74C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62550"/>
            <a:ext cx="3505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4343"/>
            </a:solidFill>
            <a:prstDash val="solid"/>
          </a:ln>
        </p:spPr>
      </p:sp>
      <p:sp>
        <p:nvSpPr>
          <p:cNvPr id="36" name="component-105">
            <a:extLst xmlns:a="http://schemas.openxmlformats.org/drawingml/2006/main">
              <a:ext uri="{FF2B5EF4-FFF2-40B4-BE49-F238E27FC236}">
                <a16:creationId xmlns:a16="http://schemas.microsoft.com/office/drawing/2014/main" id="{26092FA8-1C87-47F1-8968-FA7D6138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248275"/>
            <a:ext cx="32004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component-106">
            <a:extLst xmlns:a="http://schemas.openxmlformats.org/drawingml/2006/main">
              <a:ext uri="{FF2B5EF4-FFF2-40B4-BE49-F238E27FC236}">
                <a16:creationId xmlns:a16="http://schemas.microsoft.com/office/drawing/2014/main" id="{C298A6AC-15E3-4745-81EA-0883E534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867400"/>
            <a:ext cx="3505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B9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B943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4343"/>
                </a:solidFill>
                <a:latin typeface="Arial"/>
                <a:ea typeface="Arial"/>
                <a:cs typeface="Arial"/>
              </a:rPr>
              <a:t>Enter a district name.</a:t>
            </a:r>
          </a:p>
        </p:txBody>
      </p:sp>
      <p:sp>
        <p:nvSpPr>
          <p:cNvPr id="38" name="component-107">
            <a:extLst xmlns:a="http://schemas.openxmlformats.org/drawingml/2006/main">
              <a:ext uri="{FF2B5EF4-FFF2-40B4-BE49-F238E27FC236}">
                <a16:creationId xmlns:a16="http://schemas.microsoft.com/office/drawing/2014/main" id="{86A051C9-702C-429A-BA92-7A599147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onent-108">
            <a:extLst xmlns:a="http://schemas.openxmlformats.org/drawingml/2006/main">
              <a:ext uri="{FF2B5EF4-FFF2-40B4-BE49-F238E27FC236}">
                <a16:creationId xmlns:a16="http://schemas.microsoft.com/office/drawing/2014/main" id="{BE922973-D228-4CF7-AC8A-D31B0584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05600"/>
            <a:ext cx="2133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Plot selection</a:t>
            </a:r>
          </a:p>
        </p:txBody>
      </p:sp>
      <p:sp>
        <p:nvSpPr>
          <p:cNvPr id="40" name="component-109">
            <a:extLst xmlns:a="http://schemas.openxmlformats.org/drawingml/2006/main">
              <a:ext uri="{FF2B5EF4-FFF2-40B4-BE49-F238E27FC236}">
                <a16:creationId xmlns:a16="http://schemas.microsoft.com/office/drawing/2014/main" id="{BCBB89DA-B528-456C-8CB2-1890D128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705600"/>
            <a:ext cx="106680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1" name="component-110">
            <a:extLst xmlns:a="http://schemas.openxmlformats.org/drawingml/2006/main">
              <a:ext uri="{FF2B5EF4-FFF2-40B4-BE49-F238E27FC236}">
                <a16:creationId xmlns:a16="http://schemas.microsoft.com/office/drawing/2014/main" id="{E804B71D-E567-45E7-A4E0-A353DB8C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696" y="6865620"/>
            <a:ext cx="597408" cy="746760"/>
          </a:xfrm>
          <a:prstGeom xmlns:a="http://schemas.openxmlformats.org/drawingml/2006/main" prst="roundRect">
            <a:avLst>
              <a:gd name="adj" fmla="val 4783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42" name="component-111">
            <a:extLst xmlns:a="http://schemas.openxmlformats.org/drawingml/2006/main">
              <a:ext uri="{FF2B5EF4-FFF2-40B4-BE49-F238E27FC236}">
                <a16:creationId xmlns:a16="http://schemas.microsoft.com/office/drawing/2014/main" id="{75D00F3F-2C60-49CB-A91A-E8C49BC2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81" y="6985102"/>
            <a:ext cx="406237" cy="896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onent-112">
            <a:extLst xmlns:a="http://schemas.openxmlformats.org/drawingml/2006/main">
              <a:ext uri="{FF2B5EF4-FFF2-40B4-BE49-F238E27FC236}">
                <a16:creationId xmlns:a16="http://schemas.microsoft.com/office/drawing/2014/main" id="{52686DCF-CE9A-4A19-B1FA-8C84BC3E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81" y="7149389"/>
            <a:ext cx="406237" cy="896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mponent-113">
            <a:extLst xmlns:a="http://schemas.openxmlformats.org/drawingml/2006/main">
              <a:ext uri="{FF2B5EF4-FFF2-40B4-BE49-F238E27FC236}">
                <a16:creationId xmlns:a16="http://schemas.microsoft.com/office/drawing/2014/main" id="{5CF74B06-6007-48B2-A0AF-BE5F7355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81" y="7313676"/>
            <a:ext cx="406237" cy="896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omponent-114">
            <a:extLst xmlns:a="http://schemas.openxmlformats.org/drawingml/2006/main">
              <a:ext uri="{FF2B5EF4-FFF2-40B4-BE49-F238E27FC236}">
                <a16:creationId xmlns:a16="http://schemas.microsoft.com/office/drawing/2014/main" id="{E9F55670-FF74-4D68-A959-E9104344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819900"/>
            <a:ext cx="2209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Unselected</a:t>
            </a:r>
          </a:p>
        </p:txBody>
      </p:sp>
      <p:sp>
        <p:nvSpPr>
          <p:cNvPr id="46" name="component-115">
            <a:extLst xmlns:a="http://schemas.openxmlformats.org/drawingml/2006/main">
              <a:ext uri="{FF2B5EF4-FFF2-40B4-BE49-F238E27FC236}">
                <a16:creationId xmlns:a16="http://schemas.microsoft.com/office/drawing/2014/main" id="{19AF8B54-1719-47BD-B7CE-AF22FC82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7200900"/>
            <a:ext cx="22098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Tap to view building</a:t>
            </a:r>
          </a:p>
        </p:txBody>
      </p:sp>
      <p:sp>
        <p:nvSpPr>
          <p:cNvPr id="47" name="component-116">
            <a:extLst xmlns:a="http://schemas.openxmlformats.org/drawingml/2006/main">
              <a:ext uri="{FF2B5EF4-FFF2-40B4-BE49-F238E27FC236}">
                <a16:creationId xmlns:a16="http://schemas.microsoft.com/office/drawing/2014/main" id="{9C5B6452-7A0C-4B69-8D9B-4E8F9BB8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705600"/>
            <a:ext cx="106680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237563"/>
            </a:solidFill>
            <a:prstDash val="solid"/>
          </a:ln>
        </p:spPr>
      </p:sp>
      <p:sp>
        <p:nvSpPr>
          <p:cNvPr id="48" name="component-117">
            <a:extLst xmlns:a="http://schemas.openxmlformats.org/drawingml/2006/main">
              <a:ext uri="{FF2B5EF4-FFF2-40B4-BE49-F238E27FC236}">
                <a16:creationId xmlns:a16="http://schemas.microsoft.com/office/drawing/2014/main" id="{F2C52D15-90E4-4E47-B26C-CDA94EBD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6865620"/>
            <a:ext cx="597408" cy="746760"/>
          </a:xfrm>
          <a:prstGeom xmlns:a="http://schemas.openxmlformats.org/drawingml/2006/main" prst="roundRect">
            <a:avLst>
              <a:gd name="adj" fmla="val 4783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49" name="component-118">
            <a:extLst xmlns:a="http://schemas.openxmlformats.org/drawingml/2006/main">
              <a:ext uri="{FF2B5EF4-FFF2-40B4-BE49-F238E27FC236}">
                <a16:creationId xmlns:a16="http://schemas.microsoft.com/office/drawing/2014/main" id="{011FD5F6-0C91-423E-93D8-9F38C064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81" y="6985102"/>
            <a:ext cx="406237" cy="896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mponent-119">
            <a:extLst xmlns:a="http://schemas.openxmlformats.org/drawingml/2006/main">
              <a:ext uri="{FF2B5EF4-FFF2-40B4-BE49-F238E27FC236}">
                <a16:creationId xmlns:a16="http://schemas.microsoft.com/office/drawing/2014/main" id="{493468FA-47D5-4DF0-A1F4-DD8474B7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81" y="7149389"/>
            <a:ext cx="406237" cy="896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omponent-120">
            <a:extLst xmlns:a="http://schemas.openxmlformats.org/drawingml/2006/main">
              <a:ext uri="{FF2B5EF4-FFF2-40B4-BE49-F238E27FC236}">
                <a16:creationId xmlns:a16="http://schemas.microsoft.com/office/drawing/2014/main" id="{E29153E6-4831-4F3B-A06F-D43D0DE2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81" y="7313676"/>
            <a:ext cx="406237" cy="896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mponent-121">
            <a:extLst xmlns:a="http://schemas.openxmlformats.org/drawingml/2006/main">
              <a:ext uri="{FF2B5EF4-FFF2-40B4-BE49-F238E27FC236}">
                <a16:creationId xmlns:a16="http://schemas.microsoft.com/office/drawing/2014/main" id="{4A9C301C-7612-44A0-85A0-58E8DEA8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819900"/>
            <a:ext cx="2209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7563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53" name="component-122">
            <a:extLst xmlns:a="http://schemas.openxmlformats.org/drawingml/2006/main">
              <a:ext uri="{FF2B5EF4-FFF2-40B4-BE49-F238E27FC236}">
                <a16:creationId xmlns:a16="http://schemas.microsoft.com/office/drawing/2014/main" id="{979069DB-D320-46BE-9871-9AAD15D0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200900"/>
            <a:ext cx="22098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Building details open</a:t>
            </a:r>
          </a:p>
        </p:txBody>
      </p:sp>
      <p:sp>
        <p:nvSpPr>
          <p:cNvPr id="54" name="component-123">
            <a:extLst xmlns:a="http://schemas.openxmlformats.org/drawingml/2006/main">
              <a:ext uri="{FF2B5EF4-FFF2-40B4-BE49-F238E27FC236}">
                <a16:creationId xmlns:a16="http://schemas.microsoft.com/office/drawing/2014/main" id="{540CA170-F335-4D37-8E50-BC657876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705600"/>
            <a:ext cx="3962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omponent-124">
            <a:extLst xmlns:a="http://schemas.openxmlformats.org/drawingml/2006/main">
              <a:ext uri="{FF2B5EF4-FFF2-40B4-BE49-F238E27FC236}">
                <a16:creationId xmlns:a16="http://schemas.microsoft.com/office/drawing/2014/main" id="{0CDFDA43-886B-4AE8-9CDE-DA69A0DF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838950"/>
            <a:ext cx="3581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B9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943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4343"/>
                </a:solidFill>
                <a:latin typeface="Arial"/>
                <a:ea typeface="Arial"/>
                <a:cs typeface="Arial"/>
              </a:rPr>
              <a:t>Parking full</a:t>
            </a:r>
          </a:p>
        </p:txBody>
      </p:sp>
      <p:sp>
        <p:nvSpPr>
          <p:cNvPr id="56" name="component-125">
            <a:extLst xmlns:a="http://schemas.openxmlformats.org/drawingml/2006/main">
              <a:ext uri="{FF2B5EF4-FFF2-40B4-BE49-F238E27FC236}">
                <a16:creationId xmlns:a16="http://schemas.microsoft.com/office/drawing/2014/main" id="{A48741AE-8B9F-473F-8ABE-23C7EBA6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18185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B9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B943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4343"/>
                </a:solidFill>
                <a:latin typeface="Arial"/>
                <a:ea typeface="Arial"/>
                <a:cs typeface="Arial"/>
              </a:rPr>
              <a:t>Expand parking before</a:t>
            </a:r>
          </a:p>
          <a:p xmlns:a="http://schemas.openxmlformats.org/drawingml/2006/main">
            <a:pPr algn="l">
              <a:defRPr sz="1350" b="0">
                <a:solidFill>
                  <a:srgbClr val="B943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4343"/>
                </a:solidFill>
                <a:latin typeface="Arial"/>
                <a:ea typeface="Arial"/>
                <a:cs typeface="Arial"/>
              </a:rPr>
              <a:t>adding tenants.</a:t>
            </a:r>
          </a:p>
        </p:txBody>
      </p:sp>
    </p:spTree>
    <p:extLst>
      <p:ext uri="{BB962C8B-B14F-4D97-AF65-F5344CB8AC3E}">
        <p14:creationId xmlns:p14="http://schemas.microsoft.com/office/powerpoint/2010/main" val="854085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81BDC78-E2EA-406B-AFF6-D502923BA6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cfdd1a9c24942"/>
          <a:stretch xmlns:a="http://schemas.openxmlformats.org/drawingml/2006/main"/>
        </p:blipFill>
        <p:spPr>
          <a:xfrm xmlns:a="http://schemas.openxmlformats.org/drawingml/2006/main">
            <a:off x="457200" y="304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component-126">
            <a:extLst xmlns:a="http://schemas.openxmlformats.org/drawingml/2006/main">
              <a:ext uri="{FF2B5EF4-FFF2-40B4-BE49-F238E27FC236}">
                <a16:creationId xmlns:a16="http://schemas.microsoft.com/office/drawing/2014/main" id="{D23E3227-C586-42A0-96D6-40CE6691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7620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Management Tycoon</a:t>
            </a:r>
          </a:p>
        </p:txBody>
      </p:sp>
      <p:sp>
        <p:nvSpPr>
          <p:cNvPr id="3" name="component-127">
            <a:extLst xmlns:a="http://schemas.openxmlformats.org/drawingml/2006/main">
              <a:ext uri="{FF2B5EF4-FFF2-40B4-BE49-F238E27FC236}">
                <a16:creationId xmlns:a16="http://schemas.microsoft.com/office/drawing/2014/main" id="{74E0D682-C8AD-4069-9958-28046278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1000"/>
            <a:ext cx="1219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  <p:sp>
        <p:nvSpPr>
          <p:cNvPr id="4" name="component-128">
            <a:extLst xmlns:a="http://schemas.openxmlformats.org/drawingml/2006/main">
              <a:ext uri="{FF2B5EF4-FFF2-40B4-BE49-F238E27FC236}">
                <a16:creationId xmlns:a16="http://schemas.microsoft.com/office/drawing/2014/main" id="{084D880C-2DFA-4D20-95A3-8C93E73C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onent-129">
            <a:extLst xmlns:a="http://schemas.openxmlformats.org/drawingml/2006/main">
              <a:ext uri="{FF2B5EF4-FFF2-40B4-BE49-F238E27FC236}">
                <a16:creationId xmlns:a16="http://schemas.microsoft.com/office/drawing/2014/main" id="{61A24BCC-22D7-4CA8-80FC-D647B616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03 · Map components</a:t>
            </a:r>
          </a:p>
        </p:txBody>
      </p:sp>
      <p:sp>
        <p:nvSpPr>
          <p:cNvPr id="6" name="component-130">
            <a:extLst xmlns:a="http://schemas.openxmlformats.org/drawingml/2006/main">
              <a:ext uri="{FF2B5EF4-FFF2-40B4-BE49-F238E27FC236}">
                <a16:creationId xmlns:a16="http://schemas.microsoft.com/office/drawing/2014/main" id="{205DFE26-6A29-44A4-8737-58A6FD73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11430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Design reference. Sample values are illustrative.</a:t>
            </a:r>
          </a:p>
        </p:txBody>
      </p:sp>
      <p:sp>
        <p:nvSpPr>
          <p:cNvPr id="7" name="component-131">
            <a:extLst xmlns:a="http://schemas.openxmlformats.org/drawingml/2006/main">
              <a:ext uri="{FF2B5EF4-FFF2-40B4-BE49-F238E27FC236}">
                <a16:creationId xmlns:a16="http://schemas.microsoft.com/office/drawing/2014/main" id="{6144ECFB-14EA-48AF-B282-3373B53D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3528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" name="component-132">
            <a:extLst xmlns:a="http://schemas.openxmlformats.org/drawingml/2006/main">
              <a:ext uri="{FF2B5EF4-FFF2-40B4-BE49-F238E27FC236}">
                <a16:creationId xmlns:a16="http://schemas.microsoft.com/office/drawing/2014/main" id="{5ACE3E8F-CE12-4B80-9EF4-00A84434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895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Apartment</a:t>
            </a:r>
          </a:p>
        </p:txBody>
      </p:sp>
      <p:sp>
        <p:nvSpPr>
          <p:cNvPr id="9" name="component-133">
            <a:extLst xmlns:a="http://schemas.openxmlformats.org/drawingml/2006/main">
              <a:ext uri="{FF2B5EF4-FFF2-40B4-BE49-F238E27FC236}">
                <a16:creationId xmlns:a16="http://schemas.microsoft.com/office/drawing/2014/main" id="{EC905406-12A4-4125-B1BF-026126E4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onent-134">
            <a:extLst xmlns:a="http://schemas.openxmlformats.org/drawingml/2006/main">
              <a:ext uri="{FF2B5EF4-FFF2-40B4-BE49-F238E27FC236}">
                <a16:creationId xmlns:a16="http://schemas.microsoft.com/office/drawing/2014/main" id="{ACEBBE3D-ACE7-4109-B2ED-335C74D3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1524000" cy="17145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1" name="component-135">
            <a:extLst xmlns:a="http://schemas.openxmlformats.org/drawingml/2006/main">
              <a:ext uri="{FF2B5EF4-FFF2-40B4-BE49-F238E27FC236}">
                <a16:creationId xmlns:a16="http://schemas.microsoft.com/office/drawing/2014/main" id="{3374A532-6CE6-4F3B-9971-32D91D01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mponent-136">
            <a:extLst xmlns:a="http://schemas.openxmlformats.org/drawingml/2006/main">
              <a:ext uri="{FF2B5EF4-FFF2-40B4-BE49-F238E27FC236}">
                <a16:creationId xmlns:a16="http://schemas.microsoft.com/office/drawing/2014/main" id="{215B55B2-7383-44E3-83C4-A6F0E234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APARTMENT</a:t>
            </a:r>
          </a:p>
        </p:txBody>
      </p:sp>
      <p:sp>
        <p:nvSpPr>
          <p:cNvPr id="13" name="component-137">
            <a:extLst xmlns:a="http://schemas.openxmlformats.org/drawingml/2006/main">
              <a:ext uri="{FF2B5EF4-FFF2-40B4-BE49-F238E27FC236}">
                <a16:creationId xmlns:a16="http://schemas.microsoft.com/office/drawing/2014/main" id="{DFA18E4B-2854-4BAA-B362-B310AE95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mponent-138">
            <a:extLst xmlns:a="http://schemas.openxmlformats.org/drawingml/2006/main">
              <a:ext uri="{FF2B5EF4-FFF2-40B4-BE49-F238E27FC236}">
                <a16:creationId xmlns:a16="http://schemas.microsoft.com/office/drawing/2014/main" id="{CEE136DC-43DD-4F5A-8FA3-5BA25A17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400" y="342900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mponent-139">
            <a:extLst xmlns:a="http://schemas.openxmlformats.org/drawingml/2006/main">
              <a:ext uri="{FF2B5EF4-FFF2-40B4-BE49-F238E27FC236}">
                <a16:creationId xmlns:a16="http://schemas.microsoft.com/office/drawing/2014/main" id="{06BF2761-E3FF-4010-BEE8-B564F91F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800" y="342900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mponent-140">
            <a:extLst xmlns:a="http://schemas.openxmlformats.org/drawingml/2006/main">
              <a:ext uri="{FF2B5EF4-FFF2-40B4-BE49-F238E27FC236}">
                <a16:creationId xmlns:a16="http://schemas.microsoft.com/office/drawing/2014/main" id="{85009FB3-B544-4525-AC8C-37EFAB89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onent-141">
            <a:extLst xmlns:a="http://schemas.openxmlformats.org/drawingml/2006/main">
              <a:ext uri="{FF2B5EF4-FFF2-40B4-BE49-F238E27FC236}">
                <a16:creationId xmlns:a16="http://schemas.microsoft.com/office/drawing/2014/main" id="{EFC03366-CD42-4205-A183-CD17F50F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400" y="370522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onent-142">
            <a:extLst xmlns:a="http://schemas.openxmlformats.org/drawingml/2006/main">
              <a:ext uri="{FF2B5EF4-FFF2-40B4-BE49-F238E27FC236}">
                <a16:creationId xmlns:a16="http://schemas.microsoft.com/office/drawing/2014/main" id="{60B82A75-3C80-490F-969E-6C819C81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800" y="370522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mponent-143">
            <a:extLst xmlns:a="http://schemas.openxmlformats.org/drawingml/2006/main">
              <a:ext uri="{FF2B5EF4-FFF2-40B4-BE49-F238E27FC236}">
                <a16:creationId xmlns:a16="http://schemas.microsoft.com/office/drawing/2014/main" id="{3249D573-13AC-4D5B-9B53-C26E7C99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mponent-144">
            <a:extLst xmlns:a="http://schemas.openxmlformats.org/drawingml/2006/main">
              <a:ext uri="{FF2B5EF4-FFF2-40B4-BE49-F238E27FC236}">
                <a16:creationId xmlns:a16="http://schemas.microsoft.com/office/drawing/2014/main" id="{A2F15CBA-5403-4135-93E5-90FCC6FC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400" y="398145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mponent-145">
            <a:extLst xmlns:a="http://schemas.openxmlformats.org/drawingml/2006/main">
              <a:ext uri="{FF2B5EF4-FFF2-40B4-BE49-F238E27FC236}">
                <a16:creationId xmlns:a16="http://schemas.microsoft.com/office/drawing/2014/main" id="{FD5A34D8-A5FC-4680-9D09-E3147CC4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800" y="398145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mponent-146">
            <a:extLst xmlns:a="http://schemas.openxmlformats.org/drawingml/2006/main">
              <a:ext uri="{FF2B5EF4-FFF2-40B4-BE49-F238E27FC236}">
                <a16:creationId xmlns:a16="http://schemas.microsoft.com/office/drawing/2014/main" id="{F0010D9B-EE40-4554-817B-0F7F760B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5767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mponent-147">
            <a:extLst xmlns:a="http://schemas.openxmlformats.org/drawingml/2006/main">
              <a:ext uri="{FF2B5EF4-FFF2-40B4-BE49-F238E27FC236}">
                <a16:creationId xmlns:a16="http://schemas.microsoft.com/office/drawing/2014/main" id="{8248289C-9CD4-49ED-AA05-EFCAA922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400" y="425767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mponent-148">
            <a:extLst xmlns:a="http://schemas.openxmlformats.org/drawingml/2006/main">
              <a:ext uri="{FF2B5EF4-FFF2-40B4-BE49-F238E27FC236}">
                <a16:creationId xmlns:a16="http://schemas.microsoft.com/office/drawing/2014/main" id="{BBCD890C-B542-4855-948A-19A3277F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800" y="425767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mponent-149">
            <a:extLst xmlns:a="http://schemas.openxmlformats.org/drawingml/2006/main">
              <a:ext uri="{FF2B5EF4-FFF2-40B4-BE49-F238E27FC236}">
                <a16:creationId xmlns:a16="http://schemas.microsoft.com/office/drawing/2014/main" id="{F0E7D599-A006-4871-B3C2-A8DC5B9C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57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mponent-150">
            <a:extLst xmlns:a="http://schemas.openxmlformats.org/drawingml/2006/main">
              <a:ext uri="{FF2B5EF4-FFF2-40B4-BE49-F238E27FC236}">
                <a16:creationId xmlns:a16="http://schemas.microsoft.com/office/drawing/2014/main" id="{A15EAB2A-66AC-469C-B5DF-154A4BFE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33528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7" name="component-151">
            <a:extLst xmlns:a="http://schemas.openxmlformats.org/drawingml/2006/main">
              <a:ext uri="{FF2B5EF4-FFF2-40B4-BE49-F238E27FC236}">
                <a16:creationId xmlns:a16="http://schemas.microsoft.com/office/drawing/2014/main" id="{9BC5E33B-823B-4611-98B3-932FF5DF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2895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Hotel</a:t>
            </a:r>
          </a:p>
        </p:txBody>
      </p:sp>
      <p:sp>
        <p:nvSpPr>
          <p:cNvPr id="28" name="component-152">
            <a:extLst xmlns:a="http://schemas.openxmlformats.org/drawingml/2006/main">
              <a:ext uri="{FF2B5EF4-FFF2-40B4-BE49-F238E27FC236}">
                <a16:creationId xmlns:a16="http://schemas.microsoft.com/office/drawing/2014/main" id="{CF6AF8D8-2B55-4640-A7BF-683B2D4B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mponent-153">
            <a:extLst xmlns:a="http://schemas.openxmlformats.org/drawingml/2006/main">
              <a:ext uri="{FF2B5EF4-FFF2-40B4-BE49-F238E27FC236}">
                <a16:creationId xmlns:a16="http://schemas.microsoft.com/office/drawing/2014/main" id="{BE4F5BD1-60AD-4467-9528-0356501E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71800"/>
            <a:ext cx="1524000" cy="17145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30" name="component-154">
            <a:extLst xmlns:a="http://schemas.openxmlformats.org/drawingml/2006/main">
              <a:ext uri="{FF2B5EF4-FFF2-40B4-BE49-F238E27FC236}">
                <a16:creationId xmlns:a16="http://schemas.microsoft.com/office/drawing/2014/main" id="{B62F9067-D40D-452C-9247-AED22938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480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mponent-155">
            <a:extLst xmlns:a="http://schemas.openxmlformats.org/drawingml/2006/main">
              <a:ext uri="{FF2B5EF4-FFF2-40B4-BE49-F238E27FC236}">
                <a16:creationId xmlns:a16="http://schemas.microsoft.com/office/drawing/2014/main" id="{6B989E82-1BCC-44C3-9980-9311C922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480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HOTEL</a:t>
            </a:r>
          </a:p>
        </p:txBody>
      </p:sp>
      <p:sp>
        <p:nvSpPr>
          <p:cNvPr id="32" name="component-156">
            <a:extLst xmlns:a="http://schemas.openxmlformats.org/drawingml/2006/main">
              <a:ext uri="{FF2B5EF4-FFF2-40B4-BE49-F238E27FC236}">
                <a16:creationId xmlns:a16="http://schemas.microsoft.com/office/drawing/2014/main" id="{9392737E-5300-4CF6-AECB-21AFC480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2900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mponent-157">
            <a:extLst xmlns:a="http://schemas.openxmlformats.org/drawingml/2006/main">
              <a:ext uri="{FF2B5EF4-FFF2-40B4-BE49-F238E27FC236}">
                <a16:creationId xmlns:a16="http://schemas.microsoft.com/office/drawing/2014/main" id="{AF29D15A-EA9F-46D7-B795-D38CE8F4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42900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omponent-158">
            <a:extLst xmlns:a="http://schemas.openxmlformats.org/drawingml/2006/main">
              <a:ext uri="{FF2B5EF4-FFF2-40B4-BE49-F238E27FC236}">
                <a16:creationId xmlns:a16="http://schemas.microsoft.com/office/drawing/2014/main" id="{A97A06F2-5FE3-40D2-BADA-E292470E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400" y="342900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omponent-159">
            <a:extLst xmlns:a="http://schemas.openxmlformats.org/drawingml/2006/main">
              <a:ext uri="{FF2B5EF4-FFF2-40B4-BE49-F238E27FC236}">
                <a16:creationId xmlns:a16="http://schemas.microsoft.com/office/drawing/2014/main" id="{C92D8DE0-D4F4-4872-82CF-02A92D2A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0522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mponent-160">
            <a:extLst xmlns:a="http://schemas.openxmlformats.org/drawingml/2006/main">
              <a:ext uri="{FF2B5EF4-FFF2-40B4-BE49-F238E27FC236}">
                <a16:creationId xmlns:a16="http://schemas.microsoft.com/office/drawing/2014/main" id="{F4475C8A-F375-434A-8BF0-FB743CA4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70522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onent-161">
            <a:extLst xmlns:a="http://schemas.openxmlformats.org/drawingml/2006/main">
              <a:ext uri="{FF2B5EF4-FFF2-40B4-BE49-F238E27FC236}">
                <a16:creationId xmlns:a16="http://schemas.microsoft.com/office/drawing/2014/main" id="{32A71481-4A80-4E0B-8997-36EC59A6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400" y="370522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omponent-162">
            <a:extLst xmlns:a="http://schemas.openxmlformats.org/drawingml/2006/main">
              <a:ext uri="{FF2B5EF4-FFF2-40B4-BE49-F238E27FC236}">
                <a16:creationId xmlns:a16="http://schemas.microsoft.com/office/drawing/2014/main" id="{735D9B4D-9021-4F86-8A29-FCD23AEC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8145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onent-163">
            <a:extLst xmlns:a="http://schemas.openxmlformats.org/drawingml/2006/main">
              <a:ext uri="{FF2B5EF4-FFF2-40B4-BE49-F238E27FC236}">
                <a16:creationId xmlns:a16="http://schemas.microsoft.com/office/drawing/2014/main" id="{389D31F7-655C-4D55-9F8C-7D1BFBC5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8145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mponent-164">
            <a:extLst xmlns:a="http://schemas.openxmlformats.org/drawingml/2006/main">
              <a:ext uri="{FF2B5EF4-FFF2-40B4-BE49-F238E27FC236}">
                <a16:creationId xmlns:a16="http://schemas.microsoft.com/office/drawing/2014/main" id="{A080C86A-B79B-4E62-9CCE-803A3D65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400" y="398145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omponent-165">
            <a:extLst xmlns:a="http://schemas.openxmlformats.org/drawingml/2006/main">
              <a:ext uri="{FF2B5EF4-FFF2-40B4-BE49-F238E27FC236}">
                <a16:creationId xmlns:a16="http://schemas.microsoft.com/office/drawing/2014/main" id="{AE91328A-4B59-4EBC-AC5C-160B15F0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5767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mponent-166">
            <a:extLst xmlns:a="http://schemas.openxmlformats.org/drawingml/2006/main">
              <a:ext uri="{FF2B5EF4-FFF2-40B4-BE49-F238E27FC236}">
                <a16:creationId xmlns:a16="http://schemas.microsoft.com/office/drawing/2014/main" id="{F2109E34-5E10-4195-9F8B-4703C850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425767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onent-167">
            <a:extLst xmlns:a="http://schemas.openxmlformats.org/drawingml/2006/main">
              <a:ext uri="{FF2B5EF4-FFF2-40B4-BE49-F238E27FC236}">
                <a16:creationId xmlns:a16="http://schemas.microsoft.com/office/drawing/2014/main" id="{34F58511-7E30-4566-8BE9-23AF5DD1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400" y="425767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mponent-168">
            <a:extLst xmlns:a="http://schemas.openxmlformats.org/drawingml/2006/main">
              <a:ext uri="{FF2B5EF4-FFF2-40B4-BE49-F238E27FC236}">
                <a16:creationId xmlns:a16="http://schemas.microsoft.com/office/drawing/2014/main" id="{2F20CF43-F61F-42F1-9DDA-9052A802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57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omponent-169">
            <a:extLst xmlns:a="http://schemas.openxmlformats.org/drawingml/2006/main">
              <a:ext uri="{FF2B5EF4-FFF2-40B4-BE49-F238E27FC236}">
                <a16:creationId xmlns:a16="http://schemas.microsoft.com/office/drawing/2014/main" id="{709EF58D-8B26-45A8-8714-448DAB12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33528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6" name="component-170">
            <a:extLst xmlns:a="http://schemas.openxmlformats.org/drawingml/2006/main">
              <a:ext uri="{FF2B5EF4-FFF2-40B4-BE49-F238E27FC236}">
                <a16:creationId xmlns:a16="http://schemas.microsoft.com/office/drawing/2014/main" id="{762672DC-7A80-4C19-BE59-4DC9BE00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2895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Office</a:t>
            </a:r>
          </a:p>
        </p:txBody>
      </p:sp>
      <p:sp>
        <p:nvSpPr>
          <p:cNvPr id="47" name="component-171">
            <a:extLst xmlns:a="http://schemas.openxmlformats.org/drawingml/2006/main">
              <a:ext uri="{FF2B5EF4-FFF2-40B4-BE49-F238E27FC236}">
                <a16:creationId xmlns:a16="http://schemas.microsoft.com/office/drawing/2014/main" id="{80FBDEA7-061E-4F73-90AB-AA0DC0F1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omponent-172">
            <a:extLst xmlns:a="http://schemas.openxmlformats.org/drawingml/2006/main">
              <a:ext uri="{FF2B5EF4-FFF2-40B4-BE49-F238E27FC236}">
                <a16:creationId xmlns:a16="http://schemas.microsoft.com/office/drawing/2014/main" id="{26061B8F-99E6-4E61-AD41-52DF8BD2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71800"/>
            <a:ext cx="1524000" cy="17145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49" name="component-173">
            <a:extLst xmlns:a="http://schemas.openxmlformats.org/drawingml/2006/main">
              <a:ext uri="{FF2B5EF4-FFF2-40B4-BE49-F238E27FC236}">
                <a16:creationId xmlns:a16="http://schemas.microsoft.com/office/drawing/2014/main" id="{8378C8A2-F301-4DA8-9CEE-0F7E5C30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mponent-174">
            <a:extLst xmlns:a="http://schemas.openxmlformats.org/drawingml/2006/main">
              <a:ext uri="{FF2B5EF4-FFF2-40B4-BE49-F238E27FC236}">
                <a16:creationId xmlns:a16="http://schemas.microsoft.com/office/drawing/2014/main" id="{B835A091-08A7-4CC0-A61E-ACDF1846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OFFICE</a:t>
            </a:r>
          </a:p>
        </p:txBody>
      </p:sp>
      <p:sp>
        <p:nvSpPr>
          <p:cNvPr id="51" name="component-175">
            <a:extLst xmlns:a="http://schemas.openxmlformats.org/drawingml/2006/main">
              <a:ext uri="{FF2B5EF4-FFF2-40B4-BE49-F238E27FC236}">
                <a16:creationId xmlns:a16="http://schemas.microsoft.com/office/drawing/2014/main" id="{E5C2002B-091F-4338-92BC-1CD9293A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2900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mponent-176">
            <a:extLst xmlns:a="http://schemas.openxmlformats.org/drawingml/2006/main">
              <a:ext uri="{FF2B5EF4-FFF2-40B4-BE49-F238E27FC236}">
                <a16:creationId xmlns:a16="http://schemas.microsoft.com/office/drawing/2014/main" id="{5E534E74-4316-416D-BA88-671E8A41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0" y="342900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component-177">
            <a:extLst xmlns:a="http://schemas.openxmlformats.org/drawingml/2006/main">
              <a:ext uri="{FF2B5EF4-FFF2-40B4-BE49-F238E27FC236}">
                <a16:creationId xmlns:a16="http://schemas.microsoft.com/office/drawing/2014/main" id="{91A4491D-FDAF-4663-B111-673FF094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42900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omponent-178">
            <a:extLst xmlns:a="http://schemas.openxmlformats.org/drawingml/2006/main">
              <a:ext uri="{FF2B5EF4-FFF2-40B4-BE49-F238E27FC236}">
                <a16:creationId xmlns:a16="http://schemas.microsoft.com/office/drawing/2014/main" id="{CC3AD79E-104B-4463-9474-8849474E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0522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omponent-179">
            <a:extLst xmlns:a="http://schemas.openxmlformats.org/drawingml/2006/main">
              <a:ext uri="{FF2B5EF4-FFF2-40B4-BE49-F238E27FC236}">
                <a16:creationId xmlns:a16="http://schemas.microsoft.com/office/drawing/2014/main" id="{642B23D5-BFBD-4724-B5BD-1FC5AF91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0" y="370522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omponent-180">
            <a:extLst xmlns:a="http://schemas.openxmlformats.org/drawingml/2006/main">
              <a:ext uri="{FF2B5EF4-FFF2-40B4-BE49-F238E27FC236}">
                <a16:creationId xmlns:a16="http://schemas.microsoft.com/office/drawing/2014/main" id="{B52BECF4-F614-4154-BD52-20B74A08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70522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omponent-181">
            <a:extLst xmlns:a="http://schemas.openxmlformats.org/drawingml/2006/main">
              <a:ext uri="{FF2B5EF4-FFF2-40B4-BE49-F238E27FC236}">
                <a16:creationId xmlns:a16="http://schemas.microsoft.com/office/drawing/2014/main" id="{52DFDBF1-1D3D-4EAD-9C11-770A70F9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mponent-182">
            <a:extLst xmlns:a="http://schemas.openxmlformats.org/drawingml/2006/main">
              <a:ext uri="{FF2B5EF4-FFF2-40B4-BE49-F238E27FC236}">
                <a16:creationId xmlns:a16="http://schemas.microsoft.com/office/drawing/2014/main" id="{D67E47D7-D488-4D02-BC45-56EC29D3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0" y="398145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component-183">
            <a:extLst xmlns:a="http://schemas.openxmlformats.org/drawingml/2006/main">
              <a:ext uri="{FF2B5EF4-FFF2-40B4-BE49-F238E27FC236}">
                <a16:creationId xmlns:a16="http://schemas.microsoft.com/office/drawing/2014/main" id="{C33841AA-3E7D-470B-9E3B-F908F208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981450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component-184">
            <a:extLst xmlns:a="http://schemas.openxmlformats.org/drawingml/2006/main">
              <a:ext uri="{FF2B5EF4-FFF2-40B4-BE49-F238E27FC236}">
                <a16:creationId xmlns:a16="http://schemas.microsoft.com/office/drawing/2014/main" id="{95655137-D8A2-4F7B-A15F-36681D1B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5767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component-185">
            <a:extLst xmlns:a="http://schemas.openxmlformats.org/drawingml/2006/main">
              <a:ext uri="{FF2B5EF4-FFF2-40B4-BE49-F238E27FC236}">
                <a16:creationId xmlns:a16="http://schemas.microsoft.com/office/drawing/2014/main" id="{15F77E0D-70D4-45DE-A577-F56F8515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0" y="425767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component-186">
            <a:extLst xmlns:a="http://schemas.openxmlformats.org/drawingml/2006/main">
              <a:ext uri="{FF2B5EF4-FFF2-40B4-BE49-F238E27FC236}">
                <a16:creationId xmlns:a16="http://schemas.microsoft.com/office/drawing/2014/main" id="{72A77711-4247-4026-AA9C-BDB9A4A9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4257675"/>
            <a:ext cx="3302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component-187">
            <a:extLst xmlns:a="http://schemas.openxmlformats.org/drawingml/2006/main">
              <a:ext uri="{FF2B5EF4-FFF2-40B4-BE49-F238E27FC236}">
                <a16:creationId xmlns:a16="http://schemas.microsoft.com/office/drawing/2014/main" id="{67F18681-62FF-43D6-A0AB-B0C2E326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57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component-188">
            <a:extLst xmlns:a="http://schemas.openxmlformats.org/drawingml/2006/main">
              <a:ext uri="{FF2B5EF4-FFF2-40B4-BE49-F238E27FC236}">
                <a16:creationId xmlns:a16="http://schemas.microsoft.com/office/drawing/2014/main" id="{84646C54-F704-49B9-ADF1-9F11D0D7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95500"/>
            <a:ext cx="33528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65" name="component-189">
            <a:extLst xmlns:a="http://schemas.openxmlformats.org/drawingml/2006/main">
              <a:ext uri="{FF2B5EF4-FFF2-40B4-BE49-F238E27FC236}">
                <a16:creationId xmlns:a16="http://schemas.microsoft.com/office/drawing/2014/main" id="{1097703F-4591-44A1-91B5-CFE8A45A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86000"/>
            <a:ext cx="2895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Food court</a:t>
            </a:r>
          </a:p>
        </p:txBody>
      </p:sp>
      <p:sp>
        <p:nvSpPr>
          <p:cNvPr id="66" name="component-190">
            <a:extLst xmlns:a="http://schemas.openxmlformats.org/drawingml/2006/main">
              <a:ext uri="{FF2B5EF4-FFF2-40B4-BE49-F238E27FC236}">
                <a16:creationId xmlns:a16="http://schemas.microsoft.com/office/drawing/2014/main" id="{9423DD28-4C67-4F02-A91D-4C2FE6F0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7241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component-191">
            <a:extLst xmlns:a="http://schemas.openxmlformats.org/drawingml/2006/main">
              <a:ext uri="{FF2B5EF4-FFF2-40B4-BE49-F238E27FC236}">
                <a16:creationId xmlns:a16="http://schemas.microsoft.com/office/drawing/2014/main" id="{3650C3F3-931D-42F0-8DA7-0ED6A1E2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971800"/>
            <a:ext cx="1524000" cy="17145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68" name="component-192">
            <a:extLst xmlns:a="http://schemas.openxmlformats.org/drawingml/2006/main">
              <a:ext uri="{FF2B5EF4-FFF2-40B4-BE49-F238E27FC236}">
                <a16:creationId xmlns:a16="http://schemas.microsoft.com/office/drawing/2014/main" id="{900E3BDE-E1B8-4FAD-B360-409A9888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0480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component-193">
            <a:extLst xmlns:a="http://schemas.openxmlformats.org/drawingml/2006/main">
              <a:ext uri="{FF2B5EF4-FFF2-40B4-BE49-F238E27FC236}">
                <a16:creationId xmlns:a16="http://schemas.microsoft.com/office/drawing/2014/main" id="{1E176B11-4451-4049-BB9F-A697DAA7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0480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F&amp;B</a:t>
            </a:r>
          </a:p>
        </p:txBody>
      </p:sp>
      <p:sp>
        <p:nvSpPr>
          <p:cNvPr id="70" name="component-194">
            <a:extLst xmlns:a="http://schemas.openxmlformats.org/drawingml/2006/main">
              <a:ext uri="{FF2B5EF4-FFF2-40B4-BE49-F238E27FC236}">
                <a16:creationId xmlns:a16="http://schemas.microsoft.com/office/drawing/2014/main" id="{F98CF0A7-BFE5-4737-AD73-6C901D53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429000"/>
            <a:ext cx="33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component-195">
            <a:extLst xmlns:a="http://schemas.openxmlformats.org/drawingml/2006/main">
              <a:ext uri="{FF2B5EF4-FFF2-40B4-BE49-F238E27FC236}">
                <a16:creationId xmlns:a16="http://schemas.microsoft.com/office/drawing/2014/main" id="{0A0D1C1E-DE5E-4195-A37D-7B0EC445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3200" y="3429000"/>
            <a:ext cx="33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component-196">
            <a:extLst xmlns:a="http://schemas.openxmlformats.org/drawingml/2006/main">
              <a:ext uri="{FF2B5EF4-FFF2-40B4-BE49-F238E27FC236}">
                <a16:creationId xmlns:a16="http://schemas.microsoft.com/office/drawing/2014/main" id="{BEAC38D9-39BF-4EF1-B600-487BAD81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00" y="3429000"/>
            <a:ext cx="33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component-197">
            <a:extLst xmlns:a="http://schemas.openxmlformats.org/drawingml/2006/main">
              <a:ext uri="{FF2B5EF4-FFF2-40B4-BE49-F238E27FC236}">
                <a16:creationId xmlns:a16="http://schemas.microsoft.com/office/drawing/2014/main" id="{7B57CE87-37E0-45D8-9C74-09CFE52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981450"/>
            <a:ext cx="33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component-198">
            <a:extLst xmlns:a="http://schemas.openxmlformats.org/drawingml/2006/main">
              <a:ext uri="{FF2B5EF4-FFF2-40B4-BE49-F238E27FC236}">
                <a16:creationId xmlns:a16="http://schemas.microsoft.com/office/drawing/2014/main" id="{EBBC5927-900A-4CB1-A730-4D72DE63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3200" y="3981450"/>
            <a:ext cx="33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component-199">
            <a:extLst xmlns:a="http://schemas.openxmlformats.org/drawingml/2006/main">
              <a:ext uri="{FF2B5EF4-FFF2-40B4-BE49-F238E27FC236}">
                <a16:creationId xmlns:a16="http://schemas.microsoft.com/office/drawing/2014/main" id="{5EEF7135-9194-4090-ACBD-CC644316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00" y="3981450"/>
            <a:ext cx="330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component-200">
            <a:extLst xmlns:a="http://schemas.openxmlformats.org/drawingml/2006/main">
              <a:ext uri="{FF2B5EF4-FFF2-40B4-BE49-F238E27FC236}">
                <a16:creationId xmlns:a16="http://schemas.microsoft.com/office/drawing/2014/main" id="{F6492E96-A191-4FBC-984A-24F76F9F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4457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component-201">
            <a:extLst xmlns:a="http://schemas.openxmlformats.org/drawingml/2006/main">
              <a:ext uri="{FF2B5EF4-FFF2-40B4-BE49-F238E27FC236}">
                <a16:creationId xmlns:a16="http://schemas.microsoft.com/office/drawing/2014/main" id="{16709EDA-5413-4F46-8ED5-F44CCC18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70104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78" name="component-202">
            <a:extLst xmlns:a="http://schemas.openxmlformats.org/drawingml/2006/main">
              <a:ext uri="{FF2B5EF4-FFF2-40B4-BE49-F238E27FC236}">
                <a16:creationId xmlns:a16="http://schemas.microsoft.com/office/drawing/2014/main" id="{36D877D9-B464-4E83-8296-D65B007F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65532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Plot states</a:t>
            </a:r>
          </a:p>
        </p:txBody>
      </p:sp>
      <p:sp>
        <p:nvSpPr>
          <p:cNvPr id="79" name="component-203">
            <a:extLst xmlns:a="http://schemas.openxmlformats.org/drawingml/2006/main">
              <a:ext uri="{FF2B5EF4-FFF2-40B4-BE49-F238E27FC236}">
                <a16:creationId xmlns:a16="http://schemas.microsoft.com/office/drawing/2014/main" id="{31131E12-B86A-414C-9ADB-36272193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component-204">
            <a:extLst xmlns:a="http://schemas.openxmlformats.org/drawingml/2006/main">
              <a:ext uri="{FF2B5EF4-FFF2-40B4-BE49-F238E27FC236}">
                <a16:creationId xmlns:a16="http://schemas.microsoft.com/office/drawing/2014/main" id="{667EC72D-9396-4487-9FF5-449513B1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62700"/>
            <a:ext cx="1371600" cy="13716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1" name="component-205">
            <a:extLst xmlns:a="http://schemas.openxmlformats.org/drawingml/2006/main">
              <a:ext uri="{FF2B5EF4-FFF2-40B4-BE49-F238E27FC236}">
                <a16:creationId xmlns:a16="http://schemas.microsoft.com/office/drawing/2014/main" id="{5EA78D7C-82D9-4CE7-BFEF-8E209AE4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924800"/>
            <a:ext cx="15240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Empty</a:t>
            </a:r>
          </a:p>
        </p:txBody>
      </p:sp>
      <p:sp>
        <p:nvSpPr>
          <p:cNvPr id="82" name="component-206">
            <a:extLst xmlns:a="http://schemas.openxmlformats.org/drawingml/2006/main">
              <a:ext uri="{FF2B5EF4-FFF2-40B4-BE49-F238E27FC236}">
                <a16:creationId xmlns:a16="http://schemas.microsoft.com/office/drawing/2014/main" id="{39A73983-58E0-49AF-BB66-48AF1379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362700"/>
            <a:ext cx="1371600" cy="13716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237563"/>
            </a:solidFill>
            <a:prstDash val="solid"/>
          </a:ln>
        </p:spPr>
      </p:sp>
      <p:sp>
        <p:nvSpPr>
          <p:cNvPr id="83" name="component-207">
            <a:extLst xmlns:a="http://schemas.openxmlformats.org/drawingml/2006/main">
              <a:ext uri="{FF2B5EF4-FFF2-40B4-BE49-F238E27FC236}">
                <a16:creationId xmlns:a16="http://schemas.microsoft.com/office/drawing/2014/main" id="{DA667164-ADB0-40AB-A13E-EE15B174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452" y="6568440"/>
            <a:ext cx="768096" cy="960120"/>
          </a:xfrm>
          <a:prstGeom xmlns:a="http://schemas.openxmlformats.org/drawingml/2006/main" prst="roundRect">
            <a:avLst>
              <a:gd name="adj" fmla="val 3720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84" name="component-208">
            <a:extLst xmlns:a="http://schemas.openxmlformats.org/drawingml/2006/main">
              <a:ext uri="{FF2B5EF4-FFF2-40B4-BE49-F238E27FC236}">
                <a16:creationId xmlns:a16="http://schemas.microsoft.com/office/drawing/2014/main" id="{86207E27-8259-4DF3-B81D-D0A98A32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347" y="6722059"/>
            <a:ext cx="522305" cy="1152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component-209">
            <a:extLst xmlns:a="http://schemas.openxmlformats.org/drawingml/2006/main">
              <a:ext uri="{FF2B5EF4-FFF2-40B4-BE49-F238E27FC236}">
                <a16:creationId xmlns:a16="http://schemas.microsoft.com/office/drawing/2014/main" id="{3B6706E0-30DC-417C-9270-7E66033A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347" y="6933286"/>
            <a:ext cx="522305" cy="1152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mponent-210">
            <a:extLst xmlns:a="http://schemas.openxmlformats.org/drawingml/2006/main">
              <a:ext uri="{FF2B5EF4-FFF2-40B4-BE49-F238E27FC236}">
                <a16:creationId xmlns:a16="http://schemas.microsoft.com/office/drawing/2014/main" id="{1EF40063-3CEB-42DD-92AF-D633656E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347" y="7144512"/>
            <a:ext cx="522305" cy="1152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component-211">
            <a:extLst xmlns:a="http://schemas.openxmlformats.org/drawingml/2006/main">
              <a:ext uri="{FF2B5EF4-FFF2-40B4-BE49-F238E27FC236}">
                <a16:creationId xmlns:a16="http://schemas.microsoft.com/office/drawing/2014/main" id="{D189BCE8-A945-4FCF-85D5-B101DE54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7924800"/>
            <a:ext cx="15240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88" name="component-212">
            <a:extLst xmlns:a="http://schemas.openxmlformats.org/drawingml/2006/main">
              <a:ext uri="{FF2B5EF4-FFF2-40B4-BE49-F238E27FC236}">
                <a16:creationId xmlns:a16="http://schemas.microsoft.com/office/drawing/2014/main" id="{CC0CA5CF-E2F4-45A8-9CDA-95B18824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362700"/>
            <a:ext cx="1371600" cy="13716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9" name="component-213">
            <a:extLst xmlns:a="http://schemas.openxmlformats.org/drawingml/2006/main">
              <a:ext uri="{FF2B5EF4-FFF2-40B4-BE49-F238E27FC236}">
                <a16:creationId xmlns:a16="http://schemas.microsoft.com/office/drawing/2014/main" id="{C5D781AD-495C-4180-A2A0-8CB640C7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6568440"/>
            <a:ext cx="960120" cy="960120"/>
          </a:xfrm>
          <a:prstGeom xmlns:a="http://schemas.openxmlformats.org/drawingml/2006/main" prst="roundRect">
            <a:avLst>
              <a:gd name="adj" fmla="val 2976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90" name="component-214">
            <a:extLst xmlns:a="http://schemas.openxmlformats.org/drawingml/2006/main">
              <a:ext uri="{FF2B5EF4-FFF2-40B4-BE49-F238E27FC236}">
                <a16:creationId xmlns:a16="http://schemas.microsoft.com/office/drawing/2014/main" id="{7AC7791C-1D99-4BED-BFFB-65120AB6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659" y="6722059"/>
            <a:ext cx="652882" cy="1152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component-215">
            <a:extLst xmlns:a="http://schemas.openxmlformats.org/drawingml/2006/main">
              <a:ext uri="{FF2B5EF4-FFF2-40B4-BE49-F238E27FC236}">
                <a16:creationId xmlns:a16="http://schemas.microsoft.com/office/drawing/2014/main" id="{EB98A919-BA3F-4EAF-8738-0A1DA613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7924800"/>
            <a:ext cx="15240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Occupied</a:t>
            </a:r>
          </a:p>
        </p:txBody>
      </p:sp>
      <p:sp>
        <p:nvSpPr>
          <p:cNvPr id="92" name="component-216">
            <a:extLst xmlns:a="http://schemas.openxmlformats.org/drawingml/2006/main">
              <a:ext uri="{FF2B5EF4-FFF2-40B4-BE49-F238E27FC236}">
                <a16:creationId xmlns:a16="http://schemas.microsoft.com/office/drawing/2014/main" id="{33022733-73BC-4F3C-850E-E6668305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48300"/>
            <a:ext cx="70104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93" name="component-217">
            <a:extLst xmlns:a="http://schemas.openxmlformats.org/drawingml/2006/main">
              <a:ext uri="{FF2B5EF4-FFF2-40B4-BE49-F238E27FC236}">
                <a16:creationId xmlns:a16="http://schemas.microsoft.com/office/drawing/2014/main" id="{79DB0DC5-B061-4221-9FDC-2906CF2A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38800"/>
            <a:ext cx="65532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Adjacency</a:t>
            </a:r>
          </a:p>
        </p:txBody>
      </p:sp>
      <p:sp>
        <p:nvSpPr>
          <p:cNvPr id="94" name="component-218">
            <a:extLst xmlns:a="http://schemas.openxmlformats.org/drawingml/2006/main">
              <a:ext uri="{FF2B5EF4-FFF2-40B4-BE49-F238E27FC236}">
                <a16:creationId xmlns:a16="http://schemas.microsoft.com/office/drawing/2014/main" id="{BC023668-EB51-4B84-86B9-5523FCC5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7695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component-219">
            <a:extLst xmlns:a="http://schemas.openxmlformats.org/drawingml/2006/main">
              <a:ext uri="{FF2B5EF4-FFF2-40B4-BE49-F238E27FC236}">
                <a16:creationId xmlns:a16="http://schemas.microsoft.com/office/drawing/2014/main" id="{482C45FB-AC31-47CC-B646-54EA920F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362700"/>
            <a:ext cx="1371600" cy="13716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96" name="component-220">
            <a:extLst xmlns:a="http://schemas.openxmlformats.org/drawingml/2006/main">
              <a:ext uri="{FF2B5EF4-FFF2-40B4-BE49-F238E27FC236}">
                <a16:creationId xmlns:a16="http://schemas.microsoft.com/office/drawing/2014/main" id="{D2B71E5A-08C0-4A86-B4B2-38F41F66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568440"/>
            <a:ext cx="768096" cy="960120"/>
          </a:xfrm>
          <a:prstGeom xmlns:a="http://schemas.openxmlformats.org/drawingml/2006/main" prst="roundRect">
            <a:avLst>
              <a:gd name="adj" fmla="val 3720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97" name="component-221">
            <a:extLst xmlns:a="http://schemas.openxmlformats.org/drawingml/2006/main">
              <a:ext uri="{FF2B5EF4-FFF2-40B4-BE49-F238E27FC236}">
                <a16:creationId xmlns:a16="http://schemas.microsoft.com/office/drawing/2014/main" id="{CE5727AB-AA4A-4869-A28E-9D95B443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4247" y="6722059"/>
            <a:ext cx="522305" cy="1152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component-222">
            <a:extLst xmlns:a="http://schemas.openxmlformats.org/drawingml/2006/main">
              <a:ext uri="{FF2B5EF4-FFF2-40B4-BE49-F238E27FC236}">
                <a16:creationId xmlns:a16="http://schemas.microsoft.com/office/drawing/2014/main" id="{9500C3BA-70F6-4C45-8452-24ED0B85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4247" y="6933286"/>
            <a:ext cx="522305" cy="1152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component-223">
            <a:extLst xmlns:a="http://schemas.openxmlformats.org/drawingml/2006/main">
              <a:ext uri="{FF2B5EF4-FFF2-40B4-BE49-F238E27FC236}">
                <a16:creationId xmlns:a16="http://schemas.microsoft.com/office/drawing/2014/main" id="{0C827417-B91C-41C4-927B-E90B8750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4247" y="7144512"/>
            <a:ext cx="522305" cy="1152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component-224">
            <a:extLst xmlns:a="http://schemas.openxmlformats.org/drawingml/2006/main">
              <a:ext uri="{FF2B5EF4-FFF2-40B4-BE49-F238E27FC236}">
                <a16:creationId xmlns:a16="http://schemas.microsoft.com/office/drawing/2014/main" id="{FFA2A20A-7A4C-4389-999B-5C2FC4D1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362700"/>
            <a:ext cx="1371600" cy="13716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01" name="component-225">
            <a:extLst xmlns:a="http://schemas.openxmlformats.org/drawingml/2006/main">
              <a:ext uri="{FF2B5EF4-FFF2-40B4-BE49-F238E27FC236}">
                <a16:creationId xmlns:a16="http://schemas.microsoft.com/office/drawing/2014/main" id="{78840E8B-BF4D-44B8-8F30-8E5CE4BE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3140" y="6774180"/>
            <a:ext cx="960120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02" name="component-226">
            <a:extLst xmlns:a="http://schemas.openxmlformats.org/drawingml/2006/main">
              <a:ext uri="{FF2B5EF4-FFF2-40B4-BE49-F238E27FC236}">
                <a16:creationId xmlns:a16="http://schemas.microsoft.com/office/drawing/2014/main" id="{4C873152-B798-4FBD-BBDD-121A3509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6759" y="6883908"/>
            <a:ext cx="652882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component-227">
            <a:extLst xmlns:a="http://schemas.openxmlformats.org/drawingml/2006/main">
              <a:ext uri="{FF2B5EF4-FFF2-40B4-BE49-F238E27FC236}">
                <a16:creationId xmlns:a16="http://schemas.microsoft.com/office/drawing/2014/main" id="{3D9EAD72-EAB3-46B1-A144-5A5E3DF5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3140" y="6664452"/>
            <a:ext cx="96012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component-228">
            <a:extLst xmlns:a="http://schemas.openxmlformats.org/drawingml/2006/main">
              <a:ext uri="{FF2B5EF4-FFF2-40B4-BE49-F238E27FC236}">
                <a16:creationId xmlns:a16="http://schemas.microsoft.com/office/drawing/2014/main" id="{8C46DE98-F684-4099-8AE7-7159C3F5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705600"/>
            <a:ext cx="238125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component-229">
            <a:extLst xmlns:a="http://schemas.openxmlformats.org/drawingml/2006/main">
              <a:ext uri="{FF2B5EF4-FFF2-40B4-BE49-F238E27FC236}">
                <a16:creationId xmlns:a16="http://schemas.microsoft.com/office/drawing/2014/main" id="{BC5C7A2F-7598-47A0-A736-77D44268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743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7563"/>
                </a:solidFill>
                <a:latin typeface="Arial"/>
                <a:ea typeface="Arial"/>
                <a:cs typeface="Arial"/>
              </a:rPr>
              <a:t>+30% sales</a:t>
            </a:r>
          </a:p>
        </p:txBody>
      </p:sp>
      <p:sp>
        <p:nvSpPr>
          <p:cNvPr id="106" name="component-230">
            <a:extLst xmlns:a="http://schemas.openxmlformats.org/drawingml/2006/main">
              <a:ext uri="{FF2B5EF4-FFF2-40B4-BE49-F238E27FC236}">
                <a16:creationId xmlns:a16="http://schemas.microsoft.com/office/drawing/2014/main" id="{5E4BF740-F5EB-4130-AADE-9454EEF5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886700"/>
            <a:ext cx="6553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Office beside food court. Sample bonus.</a:t>
            </a:r>
          </a:p>
        </p:txBody>
      </p:sp>
    </p:spTree>
    <p:extLst>
      <p:ext uri="{BB962C8B-B14F-4D97-AF65-F5344CB8AC3E}">
        <p14:creationId xmlns:p14="http://schemas.microsoft.com/office/powerpoint/2010/main" val="5340196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760B247-EFEA-477F-9243-D6D2EBCD3D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4bf08910c4ac9"/>
          <a:stretch xmlns:a="http://schemas.openxmlformats.org/drawingml/2006/main"/>
        </p:blipFill>
        <p:spPr>
          <a:xfrm xmlns:a="http://schemas.openxmlformats.org/drawingml/2006/main">
            <a:off x="457200" y="304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component-231">
            <a:extLst xmlns:a="http://schemas.openxmlformats.org/drawingml/2006/main">
              <a:ext uri="{FF2B5EF4-FFF2-40B4-BE49-F238E27FC236}">
                <a16:creationId xmlns:a16="http://schemas.microsoft.com/office/drawing/2014/main" id="{EECCC0CB-C6D4-4FCC-8EF4-FA4BA7D2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7620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Management Tycoon</a:t>
            </a:r>
          </a:p>
        </p:txBody>
      </p:sp>
      <p:sp>
        <p:nvSpPr>
          <p:cNvPr id="3" name="component-232">
            <a:extLst xmlns:a="http://schemas.openxmlformats.org/drawingml/2006/main">
              <a:ext uri="{FF2B5EF4-FFF2-40B4-BE49-F238E27FC236}">
                <a16:creationId xmlns:a16="http://schemas.microsoft.com/office/drawing/2014/main" id="{805A2449-7B4D-4000-90BB-F4027AF5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1000"/>
            <a:ext cx="1219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04 / 16</a:t>
            </a:r>
          </a:p>
        </p:txBody>
      </p:sp>
      <p:sp>
        <p:nvSpPr>
          <p:cNvPr id="4" name="component-233">
            <a:extLst xmlns:a="http://schemas.openxmlformats.org/drawingml/2006/main">
              <a:ext uri="{FF2B5EF4-FFF2-40B4-BE49-F238E27FC236}">
                <a16:creationId xmlns:a16="http://schemas.microsoft.com/office/drawing/2014/main" id="{B7355AAD-2312-4A37-ACCC-A0DE0F26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onent-234">
            <a:extLst xmlns:a="http://schemas.openxmlformats.org/drawingml/2006/main">
              <a:ext uri="{FF2B5EF4-FFF2-40B4-BE49-F238E27FC236}">
                <a16:creationId xmlns:a16="http://schemas.microsoft.com/office/drawing/2014/main" id="{3A0E5046-09D3-4CFD-948E-E9B8AFBB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04 · Interiors and transport</a:t>
            </a:r>
          </a:p>
        </p:txBody>
      </p:sp>
      <p:sp>
        <p:nvSpPr>
          <p:cNvPr id="6" name="component-235">
            <a:extLst xmlns:a="http://schemas.openxmlformats.org/drawingml/2006/main">
              <a:ext uri="{FF2B5EF4-FFF2-40B4-BE49-F238E27FC236}">
                <a16:creationId xmlns:a16="http://schemas.microsoft.com/office/drawing/2014/main" id="{721F2830-89EA-4E30-8CD0-E2C76000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11430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Design reference. Sample values are illustrative.</a:t>
            </a:r>
          </a:p>
        </p:txBody>
      </p:sp>
      <p:sp>
        <p:nvSpPr>
          <p:cNvPr id="7" name="component-236">
            <a:extLst xmlns:a="http://schemas.openxmlformats.org/drawingml/2006/main">
              <a:ext uri="{FF2B5EF4-FFF2-40B4-BE49-F238E27FC236}">
                <a16:creationId xmlns:a16="http://schemas.microsoft.com/office/drawing/2014/main" id="{7B189CEC-B4B3-4CD6-BB05-E43BBBF2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70104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" name="component-237">
            <a:extLst xmlns:a="http://schemas.openxmlformats.org/drawingml/2006/main">
              <a:ext uri="{FF2B5EF4-FFF2-40B4-BE49-F238E27FC236}">
                <a16:creationId xmlns:a16="http://schemas.microsoft.com/office/drawing/2014/main" id="{4CC9996C-6706-4AE5-AA2C-762FAFC7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5532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Room states</a:t>
            </a:r>
          </a:p>
        </p:txBody>
      </p:sp>
      <p:sp>
        <p:nvSpPr>
          <p:cNvPr id="9" name="component-238">
            <a:extLst xmlns:a="http://schemas.openxmlformats.org/drawingml/2006/main">
              <a:ext uri="{FF2B5EF4-FFF2-40B4-BE49-F238E27FC236}">
                <a16:creationId xmlns:a16="http://schemas.microsoft.com/office/drawing/2014/main" id="{DBDB67B1-7784-47A6-BA72-816997E6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onent-239">
            <a:extLst xmlns:a="http://schemas.openxmlformats.org/drawingml/2006/main">
              <a:ext uri="{FF2B5EF4-FFF2-40B4-BE49-F238E27FC236}">
                <a16:creationId xmlns:a16="http://schemas.microsoft.com/office/drawing/2014/main" id="{4A881758-7AC9-4979-AF9A-F7FA25A3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7526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1" name="component-240">
            <a:extLst xmlns:a="http://schemas.openxmlformats.org/drawingml/2006/main">
              <a:ext uri="{FF2B5EF4-FFF2-40B4-BE49-F238E27FC236}">
                <a16:creationId xmlns:a16="http://schemas.microsoft.com/office/drawing/2014/main" id="{DCDD35B1-27EF-4330-A59D-AA75C96D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736092" cy="56388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2" name="component-241">
            <a:extLst xmlns:a="http://schemas.openxmlformats.org/drawingml/2006/main">
              <a:ext uri="{FF2B5EF4-FFF2-40B4-BE49-F238E27FC236}">
                <a16:creationId xmlns:a16="http://schemas.microsoft.com/office/drawing/2014/main" id="{AD67122F-A4FA-43D0-BB2C-5DB95763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764" y="3257550"/>
            <a:ext cx="385572" cy="563880"/>
          </a:xfrm>
          <a:prstGeom xmlns:a="http://schemas.openxmlformats.org/drawingml/2006/main" prst="roundRect">
            <a:avLst>
              <a:gd name="adj" fmla="val 9881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3" name="component-242">
            <a:extLst xmlns:a="http://schemas.openxmlformats.org/drawingml/2006/main">
              <a:ext uri="{FF2B5EF4-FFF2-40B4-BE49-F238E27FC236}">
                <a16:creationId xmlns:a16="http://schemas.microsoft.com/office/drawing/2014/main" id="{92B7E607-185C-4F5B-BEB5-808A342B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vacant</a:t>
            </a:r>
          </a:p>
        </p:txBody>
      </p:sp>
      <p:sp>
        <p:nvSpPr>
          <p:cNvPr id="14" name="component-243">
            <a:extLst xmlns:a="http://schemas.openxmlformats.org/drawingml/2006/main">
              <a:ext uri="{FF2B5EF4-FFF2-40B4-BE49-F238E27FC236}">
                <a16:creationId xmlns:a16="http://schemas.microsoft.com/office/drawing/2014/main" id="{A6BB3DD3-ACB2-49A5-A8DF-C4378C8A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24200"/>
            <a:ext cx="17526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5" name="component-244">
            <a:extLst xmlns:a="http://schemas.openxmlformats.org/drawingml/2006/main">
              <a:ext uri="{FF2B5EF4-FFF2-40B4-BE49-F238E27FC236}">
                <a16:creationId xmlns:a16="http://schemas.microsoft.com/office/drawing/2014/main" id="{7C1EB360-AA3A-4136-928C-B1E89045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57550"/>
            <a:ext cx="736092" cy="56388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6" name="component-245">
            <a:extLst xmlns:a="http://schemas.openxmlformats.org/drawingml/2006/main">
              <a:ext uri="{FF2B5EF4-FFF2-40B4-BE49-F238E27FC236}">
                <a16:creationId xmlns:a16="http://schemas.microsoft.com/office/drawing/2014/main" id="{C4E7D2D1-4F25-413C-BD79-A0E492A1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5364" y="3257550"/>
            <a:ext cx="385572" cy="563880"/>
          </a:xfrm>
          <a:prstGeom xmlns:a="http://schemas.openxmlformats.org/drawingml/2006/main" prst="roundRect">
            <a:avLst>
              <a:gd name="adj" fmla="val 9881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7" name="component-246">
            <a:extLst xmlns:a="http://schemas.openxmlformats.org/drawingml/2006/main">
              <a:ext uri="{FF2B5EF4-FFF2-40B4-BE49-F238E27FC236}">
                <a16:creationId xmlns:a16="http://schemas.microsoft.com/office/drawing/2014/main" id="{8F072863-3530-46D6-8BCD-F8C52F52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1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occupied</a:t>
            </a:r>
          </a:p>
        </p:txBody>
      </p:sp>
      <p:sp>
        <p:nvSpPr>
          <p:cNvPr id="18" name="component-247">
            <a:extLst xmlns:a="http://schemas.openxmlformats.org/drawingml/2006/main">
              <a:ext uri="{FF2B5EF4-FFF2-40B4-BE49-F238E27FC236}">
                <a16:creationId xmlns:a16="http://schemas.microsoft.com/office/drawing/2014/main" id="{96404C66-FE3B-464F-B8A9-D2990820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24200"/>
            <a:ext cx="17526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9525">
            <a:solidFill>
              <a:srgbClr val="237563"/>
            </a:solidFill>
            <a:prstDash val="solid"/>
          </a:ln>
        </p:spPr>
      </p:sp>
      <p:sp>
        <p:nvSpPr>
          <p:cNvPr id="19" name="component-248">
            <a:extLst xmlns:a="http://schemas.openxmlformats.org/drawingml/2006/main">
              <a:ext uri="{FF2B5EF4-FFF2-40B4-BE49-F238E27FC236}">
                <a16:creationId xmlns:a16="http://schemas.microsoft.com/office/drawing/2014/main" id="{62805A63-1640-4CA9-B039-843ABCBF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57550"/>
            <a:ext cx="736092" cy="56388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0" name="component-249">
            <a:extLst xmlns:a="http://schemas.openxmlformats.org/drawingml/2006/main">
              <a:ext uri="{FF2B5EF4-FFF2-40B4-BE49-F238E27FC236}">
                <a16:creationId xmlns:a16="http://schemas.microsoft.com/office/drawing/2014/main" id="{4ADCC21B-2AD7-4301-89E1-3860B63A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964" y="3257550"/>
            <a:ext cx="385572" cy="563880"/>
          </a:xfrm>
          <a:prstGeom xmlns:a="http://schemas.openxmlformats.org/drawingml/2006/main" prst="roundRect">
            <a:avLst>
              <a:gd name="adj" fmla="val 9881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1" name="component-250">
            <a:extLst xmlns:a="http://schemas.openxmlformats.org/drawingml/2006/main">
              <a:ext uri="{FF2B5EF4-FFF2-40B4-BE49-F238E27FC236}">
                <a16:creationId xmlns:a16="http://schemas.microsoft.com/office/drawing/2014/main" id="{431E29A5-BA21-4146-B3FE-632375DB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1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7563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22" name="component-251">
            <a:extLst xmlns:a="http://schemas.openxmlformats.org/drawingml/2006/main">
              <a:ext uri="{FF2B5EF4-FFF2-40B4-BE49-F238E27FC236}">
                <a16:creationId xmlns:a16="http://schemas.microsoft.com/office/drawing/2014/main" id="{910DBA13-5D64-4A32-887F-375248E8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70104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3" name="component-252">
            <a:extLst xmlns:a="http://schemas.openxmlformats.org/drawingml/2006/main">
              <a:ext uri="{FF2B5EF4-FFF2-40B4-BE49-F238E27FC236}">
                <a16:creationId xmlns:a16="http://schemas.microsoft.com/office/drawing/2014/main" id="{080F2AFC-3CAF-4A99-A738-488BA501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65532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Parking</a:t>
            </a:r>
          </a:p>
        </p:txBody>
      </p:sp>
      <p:sp>
        <p:nvSpPr>
          <p:cNvPr id="24" name="component-253">
            <a:extLst xmlns:a="http://schemas.openxmlformats.org/drawingml/2006/main">
              <a:ext uri="{FF2B5EF4-FFF2-40B4-BE49-F238E27FC236}">
                <a16:creationId xmlns:a16="http://schemas.microsoft.com/office/drawing/2014/main" id="{92096881-A518-49C4-B0F7-6EE4284C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mponent-254">
            <a:extLst xmlns:a="http://schemas.openxmlformats.org/drawingml/2006/main">
              <a:ext uri="{FF2B5EF4-FFF2-40B4-BE49-F238E27FC236}">
                <a16:creationId xmlns:a16="http://schemas.microsoft.com/office/drawing/2014/main" id="{D97B5113-B252-4A77-84C1-889A1880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24200"/>
            <a:ext cx="17526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6" name="component-255">
            <a:extLst xmlns:a="http://schemas.openxmlformats.org/drawingml/2006/main">
              <a:ext uri="{FF2B5EF4-FFF2-40B4-BE49-F238E27FC236}">
                <a16:creationId xmlns:a16="http://schemas.microsoft.com/office/drawing/2014/main" id="{AA22328E-F851-464F-942A-DE932CEF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14478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7" name="component-256">
            <a:extLst xmlns:a="http://schemas.openxmlformats.org/drawingml/2006/main">
              <a:ext uri="{FF2B5EF4-FFF2-40B4-BE49-F238E27FC236}">
                <a16:creationId xmlns:a16="http://schemas.microsoft.com/office/drawing/2014/main" id="{9DBAAA6F-1E5B-489E-9C47-4B01B8F2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vacant</a:t>
            </a:r>
          </a:p>
        </p:txBody>
      </p:sp>
      <p:sp>
        <p:nvSpPr>
          <p:cNvPr id="28" name="component-257">
            <a:extLst xmlns:a="http://schemas.openxmlformats.org/drawingml/2006/main">
              <a:ext uri="{FF2B5EF4-FFF2-40B4-BE49-F238E27FC236}">
                <a16:creationId xmlns:a16="http://schemas.microsoft.com/office/drawing/2014/main" id="{3AB7B75E-13DC-47CC-9215-9B22EAFF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24200"/>
            <a:ext cx="17526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9" name="component-258">
            <a:extLst xmlns:a="http://schemas.openxmlformats.org/drawingml/2006/main">
              <a:ext uri="{FF2B5EF4-FFF2-40B4-BE49-F238E27FC236}">
                <a16:creationId xmlns:a16="http://schemas.microsoft.com/office/drawing/2014/main" id="{359F4A74-EBDD-4809-AC8F-3BCE9010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76600"/>
            <a:ext cx="14478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0" name="component-259">
            <a:extLst xmlns:a="http://schemas.openxmlformats.org/drawingml/2006/main">
              <a:ext uri="{FF2B5EF4-FFF2-40B4-BE49-F238E27FC236}">
                <a16:creationId xmlns:a16="http://schemas.microsoft.com/office/drawing/2014/main" id="{ECDC6F61-313A-4C68-94F4-AB4FB7E4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52800"/>
            <a:ext cx="1066800" cy="800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31" name="component-260">
            <a:extLst xmlns:a="http://schemas.openxmlformats.org/drawingml/2006/main">
              <a:ext uri="{FF2B5EF4-FFF2-40B4-BE49-F238E27FC236}">
                <a16:creationId xmlns:a16="http://schemas.microsoft.com/office/drawing/2014/main" id="{935B6341-8ED7-438B-A85B-70C3347F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1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occupied</a:t>
            </a:r>
          </a:p>
        </p:txBody>
      </p:sp>
      <p:sp>
        <p:nvSpPr>
          <p:cNvPr id="32" name="component-261">
            <a:extLst xmlns:a="http://schemas.openxmlformats.org/drawingml/2006/main">
              <a:ext uri="{FF2B5EF4-FFF2-40B4-BE49-F238E27FC236}">
                <a16:creationId xmlns:a16="http://schemas.microsoft.com/office/drawing/2014/main" id="{730FE1E5-D5B5-4A31-8EA8-73F6B6B3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124200"/>
            <a:ext cx="17526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3" name="component-262">
            <a:extLst xmlns:a="http://schemas.openxmlformats.org/drawingml/2006/main">
              <a:ext uri="{FF2B5EF4-FFF2-40B4-BE49-F238E27FC236}">
                <a16:creationId xmlns:a16="http://schemas.microsoft.com/office/drawing/2014/main" id="{3DCC7283-670F-4124-94C1-E6C24623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276600"/>
            <a:ext cx="14478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4" name="component-263">
            <a:extLst xmlns:a="http://schemas.openxmlformats.org/drawingml/2006/main">
              <a:ext uri="{FF2B5EF4-FFF2-40B4-BE49-F238E27FC236}">
                <a16:creationId xmlns:a16="http://schemas.microsoft.com/office/drawing/2014/main" id="{EE316017-C962-453C-B52F-AA1A6DA1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3352800"/>
            <a:ext cx="1066800" cy="800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35" name="component-264">
            <a:extLst xmlns:a="http://schemas.openxmlformats.org/drawingml/2006/main">
              <a:ext uri="{FF2B5EF4-FFF2-40B4-BE49-F238E27FC236}">
                <a16:creationId xmlns:a16="http://schemas.microsoft.com/office/drawing/2014/main" id="{776D1C98-03C0-42F5-98B4-60322B30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4210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occupied</a:t>
            </a:r>
          </a:p>
        </p:txBody>
      </p:sp>
      <p:sp>
        <p:nvSpPr>
          <p:cNvPr id="36" name="component-265">
            <a:extLst xmlns:a="http://schemas.openxmlformats.org/drawingml/2006/main">
              <a:ext uri="{FF2B5EF4-FFF2-40B4-BE49-F238E27FC236}">
                <a16:creationId xmlns:a16="http://schemas.microsoft.com/office/drawing/2014/main" id="{8791DCF8-46F2-4A70-957A-607D1C2D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4572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7" name="component-266">
            <a:extLst xmlns:a="http://schemas.openxmlformats.org/drawingml/2006/main">
              <a:ext uri="{FF2B5EF4-FFF2-40B4-BE49-F238E27FC236}">
                <a16:creationId xmlns:a16="http://schemas.microsoft.com/office/drawing/2014/main" id="{BC62DFED-48B7-4C80-8CCA-DFD23423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Stairs</a:t>
            </a:r>
          </a:p>
        </p:txBody>
      </p:sp>
      <p:sp>
        <p:nvSpPr>
          <p:cNvPr id="38" name="component-267">
            <a:extLst xmlns:a="http://schemas.openxmlformats.org/drawingml/2006/main">
              <a:ext uri="{FF2B5EF4-FFF2-40B4-BE49-F238E27FC236}">
                <a16:creationId xmlns:a16="http://schemas.microsoft.com/office/drawing/2014/main" id="{98E874CE-5EFB-48CA-8819-4DBC5C52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onent-268">
            <a:extLst xmlns:a="http://schemas.openxmlformats.org/drawingml/2006/main">
              <a:ext uri="{FF2B5EF4-FFF2-40B4-BE49-F238E27FC236}">
                <a16:creationId xmlns:a16="http://schemas.microsoft.com/office/drawing/2014/main" id="{7F2E8A82-D6CC-4C3A-B5D8-32475B68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343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mponent-269">
            <a:extLst xmlns:a="http://schemas.openxmlformats.org/drawingml/2006/main">
              <a:ext uri="{FF2B5EF4-FFF2-40B4-BE49-F238E27FC236}">
                <a16:creationId xmlns:a16="http://schemas.microsoft.com/office/drawing/2014/main" id="{5B2E0E64-17D4-4C76-BB41-52FB1612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5057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omponent-270">
            <a:extLst xmlns:a="http://schemas.openxmlformats.org/drawingml/2006/main">
              <a:ext uri="{FF2B5EF4-FFF2-40B4-BE49-F238E27FC236}">
                <a16:creationId xmlns:a16="http://schemas.microsoft.com/office/drawing/2014/main" id="{C143265D-2A9F-4F5F-B6C1-E0EDB693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72771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mponent-271">
            <a:extLst xmlns:a="http://schemas.openxmlformats.org/drawingml/2006/main">
              <a:ext uri="{FF2B5EF4-FFF2-40B4-BE49-F238E27FC236}">
                <a16:creationId xmlns:a16="http://schemas.microsoft.com/office/drawing/2014/main" id="{E04CDDF9-DD06-455C-9C94-D3DADF6D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70485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onent-272">
            <a:extLst xmlns:a="http://schemas.openxmlformats.org/drawingml/2006/main">
              <a:ext uri="{FF2B5EF4-FFF2-40B4-BE49-F238E27FC236}">
                <a16:creationId xmlns:a16="http://schemas.microsoft.com/office/drawing/2014/main" id="{F95FB83D-C19F-4460-8987-C687C35A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819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mponent-273">
            <a:extLst xmlns:a="http://schemas.openxmlformats.org/drawingml/2006/main">
              <a:ext uri="{FF2B5EF4-FFF2-40B4-BE49-F238E27FC236}">
                <a16:creationId xmlns:a16="http://schemas.microsoft.com/office/drawing/2014/main" id="{E6CAB66E-3B99-4119-A55C-E6B2A225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5913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omponent-274">
            <a:extLst xmlns:a="http://schemas.openxmlformats.org/drawingml/2006/main">
              <a:ext uri="{FF2B5EF4-FFF2-40B4-BE49-F238E27FC236}">
                <a16:creationId xmlns:a16="http://schemas.microsoft.com/office/drawing/2014/main" id="{AA12BEEB-B77B-41B9-BBF4-B2610576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3627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omponent-275">
            <a:extLst xmlns:a="http://schemas.openxmlformats.org/drawingml/2006/main">
              <a:ext uri="{FF2B5EF4-FFF2-40B4-BE49-F238E27FC236}">
                <a16:creationId xmlns:a16="http://schemas.microsoft.com/office/drawing/2014/main" id="{66075467-7426-4CDA-B385-624384C1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0"/>
            <a:ext cx="41148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Default access to each floor</a:t>
            </a:r>
          </a:p>
        </p:txBody>
      </p:sp>
      <p:sp>
        <p:nvSpPr>
          <p:cNvPr id="47" name="component-276">
            <a:extLst xmlns:a="http://schemas.openxmlformats.org/drawingml/2006/main">
              <a:ext uri="{FF2B5EF4-FFF2-40B4-BE49-F238E27FC236}">
                <a16:creationId xmlns:a16="http://schemas.microsoft.com/office/drawing/2014/main" id="{01CBCFBB-CFD2-4F46-A09E-FC32A1A4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24500"/>
            <a:ext cx="4572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8" name="component-277">
            <a:extLst xmlns:a="http://schemas.openxmlformats.org/drawingml/2006/main">
              <a:ext uri="{FF2B5EF4-FFF2-40B4-BE49-F238E27FC236}">
                <a16:creationId xmlns:a16="http://schemas.microsoft.com/office/drawing/2014/main" id="{40135B4A-0D88-4AE1-9B70-41AE9BE9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71500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Standard lift</a:t>
            </a:r>
          </a:p>
        </p:txBody>
      </p:sp>
      <p:sp>
        <p:nvSpPr>
          <p:cNvPr id="49" name="component-278">
            <a:extLst xmlns:a="http://schemas.openxmlformats.org/drawingml/2006/main">
              <a:ext uri="{FF2B5EF4-FFF2-40B4-BE49-F238E27FC236}">
                <a16:creationId xmlns:a16="http://schemas.microsoft.com/office/drawing/2014/main" id="{1B1DEB09-2324-4B0D-94EC-46690B26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1531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mponent-279">
            <a:extLst xmlns:a="http://schemas.openxmlformats.org/drawingml/2006/main">
              <a:ext uri="{FF2B5EF4-FFF2-40B4-BE49-F238E27FC236}">
                <a16:creationId xmlns:a16="http://schemas.microsoft.com/office/drawing/2014/main" id="{A42ECF5C-EBC0-4D4E-8338-19AE10A5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477000"/>
            <a:ext cx="1066800" cy="1219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51" name="component-280">
            <a:extLst xmlns:a="http://schemas.openxmlformats.org/drawingml/2006/main">
              <a:ext uri="{FF2B5EF4-FFF2-40B4-BE49-F238E27FC236}">
                <a16:creationId xmlns:a16="http://schemas.microsoft.com/office/drawing/2014/main" id="{3FDF4036-5D9A-47DD-954A-B4D0E557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762750"/>
            <a:ext cx="76200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52" name="component-281">
            <a:extLst xmlns:a="http://schemas.openxmlformats.org/drawingml/2006/main">
              <a:ext uri="{FF2B5EF4-FFF2-40B4-BE49-F238E27FC236}">
                <a16:creationId xmlns:a16="http://schemas.microsoft.com/office/drawing/2014/main" id="{7237B89F-61A8-4141-83F1-784D40C5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7627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component-282">
            <a:extLst xmlns:a="http://schemas.openxmlformats.org/drawingml/2006/main">
              <a:ext uri="{FF2B5EF4-FFF2-40B4-BE49-F238E27FC236}">
                <a16:creationId xmlns:a16="http://schemas.microsoft.com/office/drawing/2014/main" id="{10EA86E7-0D00-4A5E-8AFB-D5F96C6B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8001000"/>
            <a:ext cx="41148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Maximum 3 lifts</a:t>
            </a:r>
          </a:p>
        </p:txBody>
      </p:sp>
      <p:sp>
        <p:nvSpPr>
          <p:cNvPr id="54" name="component-283">
            <a:extLst xmlns:a="http://schemas.openxmlformats.org/drawingml/2006/main">
              <a:ext uri="{FF2B5EF4-FFF2-40B4-BE49-F238E27FC236}">
                <a16:creationId xmlns:a16="http://schemas.microsoft.com/office/drawing/2014/main" id="{D3D94621-6B8D-4089-BD50-A44B178F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524500"/>
            <a:ext cx="4572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55" name="component-284">
            <a:extLst xmlns:a="http://schemas.openxmlformats.org/drawingml/2006/main">
              <a:ext uri="{FF2B5EF4-FFF2-40B4-BE49-F238E27FC236}">
                <a16:creationId xmlns:a16="http://schemas.microsoft.com/office/drawing/2014/main" id="{33B493C3-9916-4584-9D33-2233FE98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1500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Executive lift</a:t>
            </a:r>
          </a:p>
        </p:txBody>
      </p:sp>
      <p:sp>
        <p:nvSpPr>
          <p:cNvPr id="56" name="component-285">
            <a:extLst xmlns:a="http://schemas.openxmlformats.org/drawingml/2006/main">
              <a:ext uri="{FF2B5EF4-FFF2-40B4-BE49-F238E27FC236}">
                <a16:creationId xmlns:a16="http://schemas.microsoft.com/office/drawing/2014/main" id="{2E5EA82B-BE16-488D-A7EE-689CB735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1531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omponent-286">
            <a:extLst xmlns:a="http://schemas.openxmlformats.org/drawingml/2006/main">
              <a:ext uri="{FF2B5EF4-FFF2-40B4-BE49-F238E27FC236}">
                <a16:creationId xmlns:a16="http://schemas.microsoft.com/office/drawing/2014/main" id="{856A4E41-A942-49B0-A7E0-CB7DDD29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6477000"/>
            <a:ext cx="1066800" cy="1219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58" name="component-287">
            <a:extLst xmlns:a="http://schemas.openxmlformats.org/drawingml/2006/main">
              <a:ext uri="{FF2B5EF4-FFF2-40B4-BE49-F238E27FC236}">
                <a16:creationId xmlns:a16="http://schemas.microsoft.com/office/drawing/2014/main" id="{89A40B81-A247-4C36-BE63-095660F1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762750"/>
            <a:ext cx="76200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59" name="component-288">
            <a:extLst xmlns:a="http://schemas.openxmlformats.org/drawingml/2006/main">
              <a:ext uri="{FF2B5EF4-FFF2-40B4-BE49-F238E27FC236}">
                <a16:creationId xmlns:a16="http://schemas.microsoft.com/office/drawing/2014/main" id="{983C7BEA-C921-475C-BCC5-6C28BA2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8001000"/>
            <a:ext cx="41148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Maximum 1 lift</a:t>
            </a:r>
          </a:p>
        </p:txBody>
      </p:sp>
    </p:spTree>
    <p:extLst>
      <p:ext uri="{BB962C8B-B14F-4D97-AF65-F5344CB8AC3E}">
        <p14:creationId xmlns:p14="http://schemas.microsoft.com/office/powerpoint/2010/main" val="918806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BAA675-E988-417C-9254-224C0BD1D6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b1717c1e44373"/>
          <a:stretch xmlns:a="http://schemas.openxmlformats.org/drawingml/2006/main"/>
        </p:blipFill>
        <p:spPr>
          <a:xfrm xmlns:a="http://schemas.openxmlformats.org/drawingml/2006/main">
            <a:off x="457200" y="304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component-289">
            <a:extLst xmlns:a="http://schemas.openxmlformats.org/drawingml/2006/main">
              <a:ext uri="{FF2B5EF4-FFF2-40B4-BE49-F238E27FC236}">
                <a16:creationId xmlns:a16="http://schemas.microsoft.com/office/drawing/2014/main" id="{F430CFCC-1BB1-47BE-9A06-ED1EDC40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7620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Management Tycoon</a:t>
            </a:r>
          </a:p>
        </p:txBody>
      </p:sp>
      <p:sp>
        <p:nvSpPr>
          <p:cNvPr id="3" name="component-290">
            <a:extLst xmlns:a="http://schemas.openxmlformats.org/drawingml/2006/main">
              <a:ext uri="{FF2B5EF4-FFF2-40B4-BE49-F238E27FC236}">
                <a16:creationId xmlns:a16="http://schemas.microsoft.com/office/drawing/2014/main" id="{DA5BB550-5D8B-44FF-8455-10F092C1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1000"/>
            <a:ext cx="1219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05 / 16</a:t>
            </a:r>
          </a:p>
        </p:txBody>
      </p:sp>
      <p:sp>
        <p:nvSpPr>
          <p:cNvPr id="4" name="component-291">
            <a:extLst xmlns:a="http://schemas.openxmlformats.org/drawingml/2006/main">
              <a:ext uri="{FF2B5EF4-FFF2-40B4-BE49-F238E27FC236}">
                <a16:creationId xmlns:a16="http://schemas.microsoft.com/office/drawing/2014/main" id="{7F896463-2F9B-4691-990F-5EBFE24B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onent-292">
            <a:extLst xmlns:a="http://schemas.openxmlformats.org/drawingml/2006/main">
              <a:ext uri="{FF2B5EF4-FFF2-40B4-BE49-F238E27FC236}">
                <a16:creationId xmlns:a16="http://schemas.microsoft.com/office/drawing/2014/main" id="{06C5E43F-1F08-484F-8B8F-E4003E16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05 · Local profiles</a:t>
            </a:r>
          </a:p>
        </p:txBody>
      </p:sp>
      <p:sp>
        <p:nvSpPr>
          <p:cNvPr id="6" name="component-293">
            <a:extLst xmlns:a="http://schemas.openxmlformats.org/drawingml/2006/main">
              <a:ext uri="{FF2B5EF4-FFF2-40B4-BE49-F238E27FC236}">
                <a16:creationId xmlns:a16="http://schemas.microsoft.com/office/drawing/2014/main" id="{30571975-6390-46FB-85E8-FCC461F7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11430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Design reference. Sample values are illustrative.</a:t>
            </a:r>
          </a:p>
        </p:txBody>
      </p:sp>
      <p:sp>
        <p:nvSpPr>
          <p:cNvPr id="7" name="component-294">
            <a:extLst xmlns:a="http://schemas.openxmlformats.org/drawingml/2006/main">
              <a:ext uri="{FF2B5EF4-FFF2-40B4-BE49-F238E27FC236}">
                <a16:creationId xmlns:a16="http://schemas.microsoft.com/office/drawing/2014/main" id="{4CECC514-5E15-473A-BBF6-8F51269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7010400" cy="64770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" name="component-295">
            <a:extLst xmlns:a="http://schemas.openxmlformats.org/drawingml/2006/main">
              <a:ext uri="{FF2B5EF4-FFF2-40B4-BE49-F238E27FC236}">
                <a16:creationId xmlns:a16="http://schemas.microsoft.com/office/drawing/2014/main" id="{99DF2F71-DB1C-4D61-AB99-7A29A936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5532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Choose a district</a:t>
            </a:r>
          </a:p>
        </p:txBody>
      </p:sp>
      <p:sp>
        <p:nvSpPr>
          <p:cNvPr id="9" name="component-296">
            <a:extLst xmlns:a="http://schemas.openxmlformats.org/drawingml/2006/main">
              <a:ext uri="{FF2B5EF4-FFF2-40B4-BE49-F238E27FC236}">
                <a16:creationId xmlns:a16="http://schemas.microsoft.com/office/drawing/2014/main" id="{46F03BB5-E1F3-4274-B938-CBBCBB7E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onent-297">
            <a:extLst xmlns:a="http://schemas.openxmlformats.org/drawingml/2006/main">
              <a:ext uri="{FF2B5EF4-FFF2-40B4-BE49-F238E27FC236}">
                <a16:creationId xmlns:a16="http://schemas.microsoft.com/office/drawing/2014/main" id="{8BC2E385-9C41-42C1-96FE-132ABEF5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6553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9525">
            <a:solidFill>
              <a:srgbClr val="237563"/>
            </a:solidFill>
            <a:prstDash val="solid"/>
          </a:ln>
        </p:spPr>
      </p:sp>
      <p:sp>
        <p:nvSpPr>
          <p:cNvPr id="11" name="component-298">
            <a:extLst xmlns:a="http://schemas.openxmlformats.org/drawingml/2006/main">
              <a:ext uri="{FF2B5EF4-FFF2-40B4-BE49-F238E27FC236}">
                <a16:creationId xmlns:a16="http://schemas.microsoft.com/office/drawing/2014/main" id="{3C812C87-8629-42E7-AA07-F4C270E6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609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component-299">
            <a:extLst xmlns:a="http://schemas.openxmlformats.org/drawingml/2006/main">
              <a:ext uri="{FF2B5EF4-FFF2-40B4-BE49-F238E27FC236}">
                <a16:creationId xmlns:a16="http://schemas.microsoft.com/office/drawing/2014/main" id="{3119EA27-30DB-4160-9236-C73EC4F7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43250"/>
            <a:ext cx="3048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Central District</a:t>
            </a:r>
          </a:p>
        </p:txBody>
      </p:sp>
      <p:sp>
        <p:nvSpPr>
          <p:cNvPr id="13" name="component-300">
            <a:extLst xmlns:a="http://schemas.openxmlformats.org/drawingml/2006/main">
              <a:ext uri="{FF2B5EF4-FFF2-40B4-BE49-F238E27FC236}">
                <a16:creationId xmlns:a16="http://schemas.microsoft.com/office/drawing/2014/main" id="{0D093A33-BA79-4E16-A54E-853B5CAD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67100"/>
            <a:ext cx="3048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Saved on this device</a:t>
            </a:r>
          </a:p>
        </p:txBody>
      </p:sp>
      <p:sp>
        <p:nvSpPr>
          <p:cNvPr id="14" name="component-301">
            <a:extLst xmlns:a="http://schemas.openxmlformats.org/drawingml/2006/main">
              <a:ext uri="{FF2B5EF4-FFF2-40B4-BE49-F238E27FC236}">
                <a16:creationId xmlns:a16="http://schemas.microsoft.com/office/drawing/2014/main" id="{A0365F32-D0AF-435F-8F90-7901A3C9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19450"/>
            <a:ext cx="1371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mponent-302">
            <a:extLst xmlns:a="http://schemas.openxmlformats.org/drawingml/2006/main">
              <a:ext uri="{FF2B5EF4-FFF2-40B4-BE49-F238E27FC236}">
                <a16:creationId xmlns:a16="http://schemas.microsoft.com/office/drawing/2014/main" id="{BA1E36E0-7FDF-4DE8-A673-87569FB6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956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16" name="component-303">
            <a:extLst xmlns:a="http://schemas.openxmlformats.org/drawingml/2006/main">
              <a:ext uri="{FF2B5EF4-FFF2-40B4-BE49-F238E27FC236}">
                <a16:creationId xmlns:a16="http://schemas.microsoft.com/office/drawing/2014/main" id="{5F3F65A8-33DA-4FBD-944F-784017C2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553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3EB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7" name="component-304">
            <a:extLst xmlns:a="http://schemas.openxmlformats.org/drawingml/2006/main">
              <a:ext uri="{FF2B5EF4-FFF2-40B4-BE49-F238E27FC236}">
                <a16:creationId xmlns:a16="http://schemas.microsoft.com/office/drawing/2014/main" id="{CFBA7993-30FC-45C4-B30F-E5EF7E57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609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component-305">
            <a:extLst xmlns:a="http://schemas.openxmlformats.org/drawingml/2006/main">
              <a:ext uri="{FF2B5EF4-FFF2-40B4-BE49-F238E27FC236}">
                <a16:creationId xmlns:a16="http://schemas.microsoft.com/office/drawing/2014/main" id="{DDF23FE6-C598-47F7-8A26-FE55D013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33850"/>
            <a:ext cx="3048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Riverside</a:t>
            </a:r>
          </a:p>
        </p:txBody>
      </p:sp>
      <p:sp>
        <p:nvSpPr>
          <p:cNvPr id="19" name="component-306">
            <a:extLst xmlns:a="http://schemas.openxmlformats.org/drawingml/2006/main">
              <a:ext uri="{FF2B5EF4-FFF2-40B4-BE49-F238E27FC236}">
                <a16:creationId xmlns:a16="http://schemas.microsoft.com/office/drawing/2014/main" id="{2A89DDBC-7643-43EF-879F-9A2E696F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3048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Saved on this device</a:t>
            </a:r>
          </a:p>
        </p:txBody>
      </p:sp>
      <p:sp>
        <p:nvSpPr>
          <p:cNvPr id="20" name="component-307">
            <a:extLst xmlns:a="http://schemas.openxmlformats.org/drawingml/2006/main">
              <a:ext uri="{FF2B5EF4-FFF2-40B4-BE49-F238E27FC236}">
                <a16:creationId xmlns:a16="http://schemas.microsoft.com/office/drawing/2014/main" id="{55B1067E-7D31-441C-8A86-592A774C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10050"/>
            <a:ext cx="1371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1" name="component-308">
            <a:extLst xmlns:a="http://schemas.openxmlformats.org/drawingml/2006/main">
              <a:ext uri="{FF2B5EF4-FFF2-40B4-BE49-F238E27FC236}">
                <a16:creationId xmlns:a16="http://schemas.microsoft.com/office/drawing/2014/main" id="{0772D393-1ECA-4B24-833D-34CA3A0C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862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22" name="component-309">
            <a:extLst xmlns:a="http://schemas.openxmlformats.org/drawingml/2006/main">
              <a:ext uri="{FF2B5EF4-FFF2-40B4-BE49-F238E27FC236}">
                <a16:creationId xmlns:a16="http://schemas.microsoft.com/office/drawing/2014/main" id="{251CE9F3-C73C-4AF7-A92E-07C78D08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553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3EB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3" name="component-310">
            <a:extLst xmlns:a="http://schemas.openxmlformats.org/drawingml/2006/main">
              <a:ext uri="{FF2B5EF4-FFF2-40B4-BE49-F238E27FC236}">
                <a16:creationId xmlns:a16="http://schemas.microsoft.com/office/drawing/2014/main" id="{B66F5F11-CEDF-4573-BF9F-696DF3F6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609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component-311">
            <a:extLst xmlns:a="http://schemas.openxmlformats.org/drawingml/2006/main">
              <a:ext uri="{FF2B5EF4-FFF2-40B4-BE49-F238E27FC236}">
                <a16:creationId xmlns:a16="http://schemas.microsoft.com/office/drawing/2014/main" id="{7A178319-3674-46AD-95AA-080E39BE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24450"/>
            <a:ext cx="3048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Empty slot</a:t>
            </a:r>
          </a:p>
        </p:txBody>
      </p:sp>
      <p:sp>
        <p:nvSpPr>
          <p:cNvPr id="25" name="component-312">
            <a:extLst xmlns:a="http://schemas.openxmlformats.org/drawingml/2006/main">
              <a:ext uri="{FF2B5EF4-FFF2-40B4-BE49-F238E27FC236}">
                <a16:creationId xmlns:a16="http://schemas.microsoft.com/office/drawing/2014/main" id="{8F892E75-4293-404A-8275-6513063A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48300"/>
            <a:ext cx="3048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Start a new district</a:t>
            </a:r>
          </a:p>
        </p:txBody>
      </p:sp>
      <p:sp>
        <p:nvSpPr>
          <p:cNvPr id="26" name="component-313">
            <a:extLst xmlns:a="http://schemas.openxmlformats.org/drawingml/2006/main">
              <a:ext uri="{FF2B5EF4-FFF2-40B4-BE49-F238E27FC236}">
                <a16:creationId xmlns:a16="http://schemas.microsoft.com/office/drawing/2014/main" id="{8EA401CC-E3A3-4DE0-BD2D-4DBD8A60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00650"/>
            <a:ext cx="1371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7" name="component-314">
            <a:extLst xmlns:a="http://schemas.openxmlformats.org/drawingml/2006/main">
              <a:ext uri="{FF2B5EF4-FFF2-40B4-BE49-F238E27FC236}">
                <a16:creationId xmlns:a16="http://schemas.microsoft.com/office/drawing/2014/main" id="{D4242DDF-2B1D-46B4-8308-1602E6A9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768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28" name="component-315">
            <a:extLst xmlns:a="http://schemas.openxmlformats.org/drawingml/2006/main">
              <a:ext uri="{FF2B5EF4-FFF2-40B4-BE49-F238E27FC236}">
                <a16:creationId xmlns:a16="http://schemas.microsoft.com/office/drawing/2014/main" id="{D14DAC5A-B6E4-416C-9E93-41420035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6553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3EB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9" name="component-316">
            <a:extLst xmlns:a="http://schemas.openxmlformats.org/drawingml/2006/main">
              <a:ext uri="{FF2B5EF4-FFF2-40B4-BE49-F238E27FC236}">
                <a16:creationId xmlns:a16="http://schemas.microsoft.com/office/drawing/2014/main" id="{B88ECA0C-9F1F-4B05-8C32-42F3304E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72200"/>
            <a:ext cx="609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component-317">
            <a:extLst xmlns:a="http://schemas.openxmlformats.org/drawingml/2006/main">
              <a:ext uri="{FF2B5EF4-FFF2-40B4-BE49-F238E27FC236}">
                <a16:creationId xmlns:a16="http://schemas.microsoft.com/office/drawing/2014/main" id="{19E79173-67CE-4713-A1FE-348F729B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115050"/>
            <a:ext cx="3048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Empty slot</a:t>
            </a:r>
          </a:p>
        </p:txBody>
      </p:sp>
      <p:sp>
        <p:nvSpPr>
          <p:cNvPr id="31" name="component-318">
            <a:extLst xmlns:a="http://schemas.openxmlformats.org/drawingml/2006/main">
              <a:ext uri="{FF2B5EF4-FFF2-40B4-BE49-F238E27FC236}">
                <a16:creationId xmlns:a16="http://schemas.microsoft.com/office/drawing/2014/main" id="{74A403DC-696A-427D-8C03-716636BB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3048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Start a new district</a:t>
            </a:r>
          </a:p>
        </p:txBody>
      </p:sp>
      <p:sp>
        <p:nvSpPr>
          <p:cNvPr id="32" name="component-319">
            <a:extLst xmlns:a="http://schemas.openxmlformats.org/drawingml/2006/main">
              <a:ext uri="{FF2B5EF4-FFF2-40B4-BE49-F238E27FC236}">
                <a16:creationId xmlns:a16="http://schemas.microsoft.com/office/drawing/2014/main" id="{B1AB3E3D-A8D0-4AD6-BE82-32AC1A99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191250"/>
            <a:ext cx="1371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3" name="component-320">
            <a:extLst xmlns:a="http://schemas.openxmlformats.org/drawingml/2006/main">
              <a:ext uri="{FF2B5EF4-FFF2-40B4-BE49-F238E27FC236}">
                <a16:creationId xmlns:a16="http://schemas.microsoft.com/office/drawing/2014/main" id="{00FC1D22-0A49-4485-9DB6-7D46D2EE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2674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34" name="component-321">
            <a:extLst xmlns:a="http://schemas.openxmlformats.org/drawingml/2006/main">
              <a:ext uri="{FF2B5EF4-FFF2-40B4-BE49-F238E27FC236}">
                <a16:creationId xmlns:a16="http://schemas.microsoft.com/office/drawing/2014/main" id="{395D727B-84EA-4565-8DD7-78358CE1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91350"/>
            <a:ext cx="6553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3EB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5" name="component-322">
            <a:extLst xmlns:a="http://schemas.openxmlformats.org/drawingml/2006/main">
              <a:ext uri="{FF2B5EF4-FFF2-40B4-BE49-F238E27FC236}">
                <a16:creationId xmlns:a16="http://schemas.microsoft.com/office/drawing/2014/main" id="{33D65801-5374-42A3-94F9-A4F3C9E3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62800"/>
            <a:ext cx="609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6" name="component-323">
            <a:extLst xmlns:a="http://schemas.openxmlformats.org/drawingml/2006/main">
              <a:ext uri="{FF2B5EF4-FFF2-40B4-BE49-F238E27FC236}">
                <a16:creationId xmlns:a16="http://schemas.microsoft.com/office/drawing/2014/main" id="{54EC5D93-5BD5-46FD-9E0F-6F703F46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7105650"/>
            <a:ext cx="3048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Empty slot</a:t>
            </a:r>
          </a:p>
        </p:txBody>
      </p:sp>
      <p:sp>
        <p:nvSpPr>
          <p:cNvPr id="37" name="component-324">
            <a:extLst xmlns:a="http://schemas.openxmlformats.org/drawingml/2006/main">
              <a:ext uri="{FF2B5EF4-FFF2-40B4-BE49-F238E27FC236}">
                <a16:creationId xmlns:a16="http://schemas.microsoft.com/office/drawing/2014/main" id="{3AFC9DC5-E792-4C6D-A88A-3B88A675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7429500"/>
            <a:ext cx="3048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Start a new district</a:t>
            </a:r>
          </a:p>
        </p:txBody>
      </p:sp>
      <p:sp>
        <p:nvSpPr>
          <p:cNvPr id="38" name="component-325">
            <a:extLst xmlns:a="http://schemas.openxmlformats.org/drawingml/2006/main">
              <a:ext uri="{FF2B5EF4-FFF2-40B4-BE49-F238E27FC236}">
                <a16:creationId xmlns:a16="http://schemas.microsoft.com/office/drawing/2014/main" id="{1B893766-3D6B-4831-BF27-14E7AA70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7181850"/>
            <a:ext cx="1371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9" name="component-326">
            <a:extLst xmlns:a="http://schemas.openxmlformats.org/drawingml/2006/main">
              <a:ext uri="{FF2B5EF4-FFF2-40B4-BE49-F238E27FC236}">
                <a16:creationId xmlns:a16="http://schemas.microsoft.com/office/drawing/2014/main" id="{6F270681-B6FA-4525-BCF5-E0782E99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258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40" name="component-327">
            <a:extLst xmlns:a="http://schemas.openxmlformats.org/drawingml/2006/main">
              <a:ext uri="{FF2B5EF4-FFF2-40B4-BE49-F238E27FC236}">
                <a16:creationId xmlns:a16="http://schemas.microsoft.com/office/drawing/2014/main" id="{A10A4293-5407-4159-81B0-A3B75586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7010400" cy="64770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1" name="component-328">
            <a:extLst xmlns:a="http://schemas.openxmlformats.org/drawingml/2006/main">
              <a:ext uri="{FF2B5EF4-FFF2-40B4-BE49-F238E27FC236}">
                <a16:creationId xmlns:a16="http://schemas.microsoft.com/office/drawing/2014/main" id="{AEB5CB2D-035C-4A54-94CA-4E2CAD0D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65532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New district</a:t>
            </a:r>
          </a:p>
        </p:txBody>
      </p:sp>
      <p:sp>
        <p:nvSpPr>
          <p:cNvPr id="42" name="component-329">
            <a:extLst xmlns:a="http://schemas.openxmlformats.org/drawingml/2006/main">
              <a:ext uri="{FF2B5EF4-FFF2-40B4-BE49-F238E27FC236}">
                <a16:creationId xmlns:a16="http://schemas.microsoft.com/office/drawing/2014/main" id="{0F64DD1A-63BE-4A34-863A-12F7256C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onent-330">
            <a:extLst xmlns:a="http://schemas.openxmlformats.org/drawingml/2006/main">
              <a:ext uri="{FF2B5EF4-FFF2-40B4-BE49-F238E27FC236}">
                <a16:creationId xmlns:a16="http://schemas.microsoft.com/office/drawing/2014/main" id="{6857E30D-833C-4607-B4EE-E2665673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6553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District name</a:t>
            </a:r>
          </a:p>
        </p:txBody>
      </p:sp>
      <p:sp>
        <p:nvSpPr>
          <p:cNvPr id="44" name="component-331">
            <a:extLst xmlns:a="http://schemas.openxmlformats.org/drawingml/2006/main">
              <a:ext uri="{FF2B5EF4-FFF2-40B4-BE49-F238E27FC236}">
                <a16:creationId xmlns:a16="http://schemas.microsoft.com/office/drawing/2014/main" id="{D3919158-A323-4818-845B-88C27F71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76650"/>
            <a:ext cx="6553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5" name="component-332">
            <a:extLst xmlns:a="http://schemas.openxmlformats.org/drawingml/2006/main">
              <a:ext uri="{FF2B5EF4-FFF2-40B4-BE49-F238E27FC236}">
                <a16:creationId xmlns:a16="http://schemas.microsoft.com/office/drawing/2014/main" id="{C90E5384-23E7-416C-8E44-1A33694B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62375"/>
            <a:ext cx="62484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Central District</a:t>
            </a:r>
          </a:p>
        </p:txBody>
      </p:sp>
      <p:sp>
        <p:nvSpPr>
          <p:cNvPr id="46" name="component-333">
            <a:extLst xmlns:a="http://schemas.openxmlformats.org/drawingml/2006/main">
              <a:ext uri="{FF2B5EF4-FFF2-40B4-BE49-F238E27FC236}">
                <a16:creationId xmlns:a16="http://schemas.microsoft.com/office/drawing/2014/main" id="{169BA213-4E60-4539-A09F-D1797E36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48200"/>
            <a:ext cx="6553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Choose an empty save slot.</a:t>
            </a:r>
          </a:p>
        </p:txBody>
      </p:sp>
      <p:sp>
        <p:nvSpPr>
          <p:cNvPr id="47" name="component-334">
            <a:extLst xmlns:a="http://schemas.openxmlformats.org/drawingml/2006/main">
              <a:ext uri="{FF2B5EF4-FFF2-40B4-BE49-F238E27FC236}">
                <a16:creationId xmlns:a16="http://schemas.microsoft.com/office/drawing/2014/main" id="{FA6CF3A1-CA69-44E2-B382-2AAC7A3D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13716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omponent-335">
            <a:extLst xmlns:a="http://schemas.openxmlformats.org/drawingml/2006/main">
              <a:ext uri="{FF2B5EF4-FFF2-40B4-BE49-F238E27FC236}">
                <a16:creationId xmlns:a16="http://schemas.microsoft.com/office/drawing/2014/main" id="{0E4EED39-3A1C-4072-9113-9B6827A2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7563"/>
                </a:solidFill>
                <a:latin typeface="Arial"/>
                <a:ea typeface="Arial"/>
                <a:cs typeface="Arial"/>
              </a:rPr>
              <a:t>Slot 03</a:t>
            </a:r>
          </a:p>
        </p:txBody>
      </p:sp>
      <p:sp>
        <p:nvSpPr>
          <p:cNvPr id="49" name="component-336">
            <a:extLst xmlns:a="http://schemas.openxmlformats.org/drawingml/2006/main">
              <a:ext uri="{FF2B5EF4-FFF2-40B4-BE49-F238E27FC236}">
                <a16:creationId xmlns:a16="http://schemas.microsoft.com/office/drawing/2014/main" id="{1A60A6E9-CF67-4819-A98C-DEB5CBF1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19800"/>
            <a:ext cx="2438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mponent-337">
            <a:extLst xmlns:a="http://schemas.openxmlformats.org/drawingml/2006/main">
              <a:ext uri="{FF2B5EF4-FFF2-40B4-BE49-F238E27FC236}">
                <a16:creationId xmlns:a16="http://schemas.microsoft.com/office/drawing/2014/main" id="{522E16B3-0F1E-46A7-9126-184EF936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0960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district</a:t>
            </a:r>
          </a:p>
        </p:txBody>
      </p:sp>
      <p:sp>
        <p:nvSpPr>
          <p:cNvPr id="51" name="component-338">
            <a:extLst xmlns:a="http://schemas.openxmlformats.org/drawingml/2006/main">
              <a:ext uri="{FF2B5EF4-FFF2-40B4-BE49-F238E27FC236}">
                <a16:creationId xmlns:a16="http://schemas.microsoft.com/office/drawing/2014/main" id="{49DD1F9D-062D-40AE-9EA3-D9867444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696200"/>
            <a:ext cx="6553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Five local profiles. Progress stays on this device.</a:t>
            </a:r>
          </a:p>
        </p:txBody>
      </p:sp>
    </p:spTree>
    <p:extLst>
      <p:ext uri="{BB962C8B-B14F-4D97-AF65-F5344CB8AC3E}">
        <p14:creationId xmlns:p14="http://schemas.microsoft.com/office/powerpoint/2010/main" val="17039085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1E28B1E-7630-4BD4-BBBB-D412567AF2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d5e3805834c21"/>
          <a:stretch xmlns:a="http://schemas.openxmlformats.org/drawingml/2006/main"/>
        </p:blipFill>
        <p:spPr>
          <a:xfrm xmlns:a="http://schemas.openxmlformats.org/drawingml/2006/main">
            <a:off x="457200" y="304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component-339">
            <a:extLst xmlns:a="http://schemas.openxmlformats.org/drawingml/2006/main">
              <a:ext uri="{FF2B5EF4-FFF2-40B4-BE49-F238E27FC236}">
                <a16:creationId xmlns:a16="http://schemas.microsoft.com/office/drawing/2014/main" id="{9D0AB17C-DEEC-49D1-8A23-7BA17E93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7620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Management Tycoon</a:t>
            </a:r>
          </a:p>
        </p:txBody>
      </p:sp>
      <p:sp>
        <p:nvSpPr>
          <p:cNvPr id="3" name="component-340">
            <a:extLst xmlns:a="http://schemas.openxmlformats.org/drawingml/2006/main">
              <a:ext uri="{FF2B5EF4-FFF2-40B4-BE49-F238E27FC236}">
                <a16:creationId xmlns:a16="http://schemas.microsoft.com/office/drawing/2014/main" id="{E398B5D1-4DCE-4484-9BC7-DC28C39E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1000"/>
            <a:ext cx="1219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06 / 16</a:t>
            </a:r>
          </a:p>
        </p:txBody>
      </p:sp>
      <p:sp>
        <p:nvSpPr>
          <p:cNvPr id="4" name="component-341">
            <a:extLst xmlns:a="http://schemas.openxmlformats.org/drawingml/2006/main">
              <a:ext uri="{FF2B5EF4-FFF2-40B4-BE49-F238E27FC236}">
                <a16:creationId xmlns:a16="http://schemas.microsoft.com/office/drawing/2014/main" id="{E981D218-F91E-4744-9A03-0897E6E7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onent-342">
            <a:extLst xmlns:a="http://schemas.openxmlformats.org/drawingml/2006/main">
              <a:ext uri="{FF2B5EF4-FFF2-40B4-BE49-F238E27FC236}">
                <a16:creationId xmlns:a16="http://schemas.microsoft.com/office/drawing/2014/main" id="{752E990C-7F87-4B4B-B353-B6F7A026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06 · CBD map</a:t>
            </a:r>
          </a:p>
        </p:txBody>
      </p:sp>
      <p:sp>
        <p:nvSpPr>
          <p:cNvPr id="6" name="component-343">
            <a:extLst xmlns:a="http://schemas.openxmlformats.org/drawingml/2006/main">
              <a:ext uri="{FF2B5EF4-FFF2-40B4-BE49-F238E27FC236}">
                <a16:creationId xmlns:a16="http://schemas.microsoft.com/office/drawing/2014/main" id="{1497CAAF-D258-47DE-8ECF-5B7795D5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11430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Design reference. Sample values are illustrative.</a:t>
            </a:r>
          </a:p>
        </p:txBody>
      </p:sp>
      <p:sp>
        <p:nvSpPr>
          <p:cNvPr id="7" name="component-344">
            <a:extLst xmlns:a="http://schemas.openxmlformats.org/drawingml/2006/main">
              <a:ext uri="{FF2B5EF4-FFF2-40B4-BE49-F238E27FC236}">
                <a16:creationId xmlns:a16="http://schemas.microsoft.com/office/drawing/2014/main" id="{B1BB96D9-C21C-49B5-B2F3-9B8E80DC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4325600" cy="64770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" name="component-345">
            <a:extLst xmlns:a="http://schemas.openxmlformats.org/drawingml/2006/main">
              <a:ext uri="{FF2B5EF4-FFF2-40B4-BE49-F238E27FC236}">
                <a16:creationId xmlns:a16="http://schemas.microsoft.com/office/drawing/2014/main" id="{400DEF81-992C-42C0-AD23-82B70C92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6195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Central District</a:t>
            </a:r>
          </a:p>
        </p:txBody>
      </p:sp>
      <p:sp>
        <p:nvSpPr>
          <p:cNvPr id="9" name="component-346">
            <a:extLst xmlns:a="http://schemas.openxmlformats.org/drawingml/2006/main">
              <a:ext uri="{FF2B5EF4-FFF2-40B4-BE49-F238E27FC236}">
                <a16:creationId xmlns:a16="http://schemas.microsoft.com/office/drawing/2014/main" id="{44F4A90D-6744-4C8A-B183-2DA0F72C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17145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$12,000</a:t>
            </a:r>
          </a:p>
        </p:txBody>
      </p:sp>
      <p:sp>
        <p:nvSpPr>
          <p:cNvPr id="10" name="component-347">
            <a:extLst xmlns:a="http://schemas.openxmlformats.org/drawingml/2006/main">
              <a:ext uri="{FF2B5EF4-FFF2-40B4-BE49-F238E27FC236}">
                <a16:creationId xmlns:a16="http://schemas.microsoft.com/office/drawing/2014/main" id="{88CFD081-D01A-49BC-907C-403DD14B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860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80 gems</a:t>
            </a:r>
          </a:p>
        </p:txBody>
      </p:sp>
      <p:sp>
        <p:nvSpPr>
          <p:cNvPr id="11" name="component-348">
            <a:extLst xmlns:a="http://schemas.openxmlformats.org/drawingml/2006/main">
              <a:ext uri="{FF2B5EF4-FFF2-40B4-BE49-F238E27FC236}">
                <a16:creationId xmlns:a16="http://schemas.microsoft.com/office/drawing/2014/main" id="{5DB26C0D-A123-4C14-93BD-9F291993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286000"/>
            <a:ext cx="3124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Day 12  /  Morning</a:t>
            </a:r>
          </a:p>
        </p:txBody>
      </p:sp>
      <p:sp>
        <p:nvSpPr>
          <p:cNvPr id="12" name="component-349">
            <a:extLst xmlns:a="http://schemas.openxmlformats.org/drawingml/2006/main">
              <a:ext uri="{FF2B5EF4-FFF2-40B4-BE49-F238E27FC236}">
                <a16:creationId xmlns:a16="http://schemas.microsoft.com/office/drawing/2014/main" id="{A92EEFF3-2851-4F7D-8CBC-908EB0A8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mponent-350">
            <a:extLst xmlns:a="http://schemas.openxmlformats.org/drawingml/2006/main">
              <a:ext uri="{FF2B5EF4-FFF2-40B4-BE49-F238E27FC236}">
                <a16:creationId xmlns:a16="http://schemas.microsoft.com/office/drawing/2014/main" id="{CACA6EB7-F20D-439B-9D94-6A58AFD2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4" name="component-351">
            <a:extLst xmlns:a="http://schemas.openxmlformats.org/drawingml/2006/main">
              <a:ext uri="{FF2B5EF4-FFF2-40B4-BE49-F238E27FC236}">
                <a16:creationId xmlns:a16="http://schemas.microsoft.com/office/drawing/2014/main" id="{8497499C-60A1-4261-BD76-E9C6797E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5" name="component-352">
            <a:extLst xmlns:a="http://schemas.openxmlformats.org/drawingml/2006/main">
              <a:ext uri="{FF2B5EF4-FFF2-40B4-BE49-F238E27FC236}">
                <a16:creationId xmlns:a16="http://schemas.microsoft.com/office/drawing/2014/main" id="{BDDADA96-7E6D-4A8C-8A13-02DE553D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190875"/>
            <a:ext cx="6667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6" name="component-353">
            <a:extLst xmlns:a="http://schemas.openxmlformats.org/drawingml/2006/main">
              <a:ext uri="{FF2B5EF4-FFF2-40B4-BE49-F238E27FC236}">
                <a16:creationId xmlns:a16="http://schemas.microsoft.com/office/drawing/2014/main" id="{688862FD-C985-408F-86F0-E393993E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155" y="3297555"/>
            <a:ext cx="45339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onent-354">
            <a:extLst xmlns:a="http://schemas.openxmlformats.org/drawingml/2006/main">
              <a:ext uri="{FF2B5EF4-FFF2-40B4-BE49-F238E27FC236}">
                <a16:creationId xmlns:a16="http://schemas.microsoft.com/office/drawing/2014/main" id="{FBB58948-DC64-4B29-8AFB-3DAD7187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8" name="component-355">
            <a:extLst xmlns:a="http://schemas.openxmlformats.org/drawingml/2006/main">
              <a:ext uri="{FF2B5EF4-FFF2-40B4-BE49-F238E27FC236}">
                <a16:creationId xmlns:a16="http://schemas.microsoft.com/office/drawing/2014/main" id="{8888B6C4-F611-4D90-AEFB-5906F7E8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480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9" name="component-356">
            <a:extLst xmlns:a="http://schemas.openxmlformats.org/drawingml/2006/main">
              <a:ext uri="{FF2B5EF4-FFF2-40B4-BE49-F238E27FC236}">
                <a16:creationId xmlns:a16="http://schemas.microsoft.com/office/drawing/2014/main" id="{3B1FF780-0037-461F-BFF8-D2CD4D3A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0" name="component-357">
            <a:extLst xmlns:a="http://schemas.openxmlformats.org/drawingml/2006/main">
              <a:ext uri="{FF2B5EF4-FFF2-40B4-BE49-F238E27FC236}">
                <a16:creationId xmlns:a16="http://schemas.microsoft.com/office/drawing/2014/main" id="{A7027A4B-F666-4F28-9C8D-AD92604F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90875"/>
            <a:ext cx="533400" cy="6667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1" name="component-358">
            <a:extLst xmlns:a="http://schemas.openxmlformats.org/drawingml/2006/main">
              <a:ext uri="{FF2B5EF4-FFF2-40B4-BE49-F238E27FC236}">
                <a16:creationId xmlns:a16="http://schemas.microsoft.com/office/drawing/2014/main" id="{38F30C63-55D9-499A-B668-F2FEC3F0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94" y="3297555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mponent-359">
            <a:extLst xmlns:a="http://schemas.openxmlformats.org/drawingml/2006/main">
              <a:ext uri="{FF2B5EF4-FFF2-40B4-BE49-F238E27FC236}">
                <a16:creationId xmlns:a16="http://schemas.microsoft.com/office/drawing/2014/main" id="{235E0B9B-3FD6-45DC-9D9D-59800564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94" y="3444240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mponent-360">
            <a:extLst xmlns:a="http://schemas.openxmlformats.org/drawingml/2006/main">
              <a:ext uri="{FF2B5EF4-FFF2-40B4-BE49-F238E27FC236}">
                <a16:creationId xmlns:a16="http://schemas.microsoft.com/office/drawing/2014/main" id="{9EB3C89C-AC31-4F6E-9A06-E4624CFD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480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4" name="component-361">
            <a:extLst xmlns:a="http://schemas.openxmlformats.org/drawingml/2006/main">
              <a:ext uri="{FF2B5EF4-FFF2-40B4-BE49-F238E27FC236}">
                <a16:creationId xmlns:a16="http://schemas.microsoft.com/office/drawing/2014/main" id="{DD28F97B-2C00-409C-80A5-7317025A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5" name="component-362">
            <a:extLst xmlns:a="http://schemas.openxmlformats.org/drawingml/2006/main">
              <a:ext uri="{FF2B5EF4-FFF2-40B4-BE49-F238E27FC236}">
                <a16:creationId xmlns:a16="http://schemas.microsoft.com/office/drawing/2014/main" id="{E5F4EAB0-CAC6-4F63-AB60-93330121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480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6" name="component-363">
            <a:extLst xmlns:a="http://schemas.openxmlformats.org/drawingml/2006/main">
              <a:ext uri="{FF2B5EF4-FFF2-40B4-BE49-F238E27FC236}">
                <a16:creationId xmlns:a16="http://schemas.microsoft.com/office/drawing/2014/main" id="{2E734FA3-3470-4836-A4CB-7B3E3CEF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190875"/>
            <a:ext cx="6667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7" name="component-364">
            <a:extLst xmlns:a="http://schemas.openxmlformats.org/drawingml/2006/main">
              <a:ext uri="{FF2B5EF4-FFF2-40B4-BE49-F238E27FC236}">
                <a16:creationId xmlns:a16="http://schemas.microsoft.com/office/drawing/2014/main" id="{EB9E17A9-1EEA-4DD3-8F64-30D0E001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755" y="3297555"/>
            <a:ext cx="45339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mponent-365">
            <a:extLst xmlns:a="http://schemas.openxmlformats.org/drawingml/2006/main">
              <a:ext uri="{FF2B5EF4-FFF2-40B4-BE49-F238E27FC236}">
                <a16:creationId xmlns:a16="http://schemas.microsoft.com/office/drawing/2014/main" id="{1FBFDADD-CBF8-4035-A781-9F6E8F91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9" name="component-366">
            <a:extLst xmlns:a="http://schemas.openxmlformats.org/drawingml/2006/main">
              <a:ext uri="{FF2B5EF4-FFF2-40B4-BE49-F238E27FC236}">
                <a16:creationId xmlns:a16="http://schemas.microsoft.com/office/drawing/2014/main" id="{E776CA74-5B62-46EE-B09A-E889F7CA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0" name="component-367">
            <a:extLst xmlns:a="http://schemas.openxmlformats.org/drawingml/2006/main">
              <a:ext uri="{FF2B5EF4-FFF2-40B4-BE49-F238E27FC236}">
                <a16:creationId xmlns:a16="http://schemas.microsoft.com/office/drawing/2014/main" id="{435876EB-C9AB-4F5F-B77A-B39EAB35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386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1" name="component-368">
            <a:extLst xmlns:a="http://schemas.openxmlformats.org/drawingml/2006/main">
              <a:ext uri="{FF2B5EF4-FFF2-40B4-BE49-F238E27FC236}">
                <a16:creationId xmlns:a16="http://schemas.microsoft.com/office/drawing/2014/main" id="{522BB664-CFD5-4E0E-9F0E-EB97B578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324350"/>
            <a:ext cx="666750" cy="476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32" name="component-369">
            <a:extLst xmlns:a="http://schemas.openxmlformats.org/drawingml/2006/main">
              <a:ext uri="{FF2B5EF4-FFF2-40B4-BE49-F238E27FC236}">
                <a16:creationId xmlns:a16="http://schemas.microsoft.com/office/drawing/2014/main" id="{B83AE5B8-B15A-4F2B-BF51-95B1BE91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155" y="4400550"/>
            <a:ext cx="45339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mponent-370">
            <a:extLst xmlns:a="http://schemas.openxmlformats.org/drawingml/2006/main">
              <a:ext uri="{FF2B5EF4-FFF2-40B4-BE49-F238E27FC236}">
                <a16:creationId xmlns:a16="http://schemas.microsoft.com/office/drawing/2014/main" id="{9990F40D-7BEF-4535-A735-10D8E72B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24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omponent-371">
            <a:extLst xmlns:a="http://schemas.openxmlformats.org/drawingml/2006/main">
              <a:ext uri="{FF2B5EF4-FFF2-40B4-BE49-F238E27FC236}">
                <a16:creationId xmlns:a16="http://schemas.microsoft.com/office/drawing/2014/main" id="{56982F33-4E8B-4D27-B61F-C46D68AF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386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5" name="component-372">
            <a:extLst xmlns:a="http://schemas.openxmlformats.org/drawingml/2006/main">
              <a:ext uri="{FF2B5EF4-FFF2-40B4-BE49-F238E27FC236}">
                <a16:creationId xmlns:a16="http://schemas.microsoft.com/office/drawing/2014/main" id="{90AEABEE-145A-41E0-AFAD-9FB5A049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386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6" name="component-373">
            <a:extLst xmlns:a="http://schemas.openxmlformats.org/drawingml/2006/main">
              <a:ext uri="{FF2B5EF4-FFF2-40B4-BE49-F238E27FC236}">
                <a16:creationId xmlns:a16="http://schemas.microsoft.com/office/drawing/2014/main" id="{5EC97723-9476-4F81-9E79-AF6EA5B1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386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7" name="component-374">
            <a:extLst xmlns:a="http://schemas.openxmlformats.org/drawingml/2006/main">
              <a:ext uri="{FF2B5EF4-FFF2-40B4-BE49-F238E27FC236}">
                <a16:creationId xmlns:a16="http://schemas.microsoft.com/office/drawing/2014/main" id="{AA104BD2-B60D-4BF7-8564-BD1FEE0F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81475"/>
            <a:ext cx="533400" cy="6667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38" name="component-375">
            <a:extLst xmlns:a="http://schemas.openxmlformats.org/drawingml/2006/main">
              <a:ext uri="{FF2B5EF4-FFF2-40B4-BE49-F238E27FC236}">
                <a16:creationId xmlns:a16="http://schemas.microsoft.com/office/drawing/2014/main" id="{2F868ABC-DD4D-476A-85E2-2C654887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94" y="4288155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onent-376">
            <a:extLst xmlns:a="http://schemas.openxmlformats.org/drawingml/2006/main">
              <a:ext uri="{FF2B5EF4-FFF2-40B4-BE49-F238E27FC236}">
                <a16:creationId xmlns:a16="http://schemas.microsoft.com/office/drawing/2014/main" id="{B4F1876C-4186-40D6-9519-FD53D2B5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94" y="4434840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mponent-377">
            <a:extLst xmlns:a="http://schemas.openxmlformats.org/drawingml/2006/main">
              <a:ext uri="{FF2B5EF4-FFF2-40B4-BE49-F238E27FC236}">
                <a16:creationId xmlns:a16="http://schemas.microsoft.com/office/drawing/2014/main" id="{46DAF05A-3801-4D5E-B102-4EA38443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94" y="4581525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omponent-378">
            <a:extLst xmlns:a="http://schemas.openxmlformats.org/drawingml/2006/main">
              <a:ext uri="{FF2B5EF4-FFF2-40B4-BE49-F238E27FC236}">
                <a16:creationId xmlns:a16="http://schemas.microsoft.com/office/drawing/2014/main" id="{34D70714-9A95-4101-8DA6-60DCE372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386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2" name="component-379">
            <a:extLst xmlns:a="http://schemas.openxmlformats.org/drawingml/2006/main">
              <a:ext uri="{FF2B5EF4-FFF2-40B4-BE49-F238E27FC236}">
                <a16:creationId xmlns:a16="http://schemas.microsoft.com/office/drawing/2014/main" id="{3078FE70-9AC9-4B7E-9C98-BDEF5CFE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386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3" name="component-380">
            <a:extLst xmlns:a="http://schemas.openxmlformats.org/drawingml/2006/main">
              <a:ext uri="{FF2B5EF4-FFF2-40B4-BE49-F238E27FC236}">
                <a16:creationId xmlns:a16="http://schemas.microsoft.com/office/drawing/2014/main" id="{5A0776B4-5A96-4737-9657-C7464962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386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4" name="component-381">
            <a:extLst xmlns:a="http://schemas.openxmlformats.org/drawingml/2006/main">
              <a:ext uri="{FF2B5EF4-FFF2-40B4-BE49-F238E27FC236}">
                <a16:creationId xmlns:a16="http://schemas.microsoft.com/office/drawing/2014/main" id="{44CD74D4-57BD-4050-933D-A3F02D54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324350"/>
            <a:ext cx="666750" cy="476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45" name="component-382">
            <a:extLst xmlns:a="http://schemas.openxmlformats.org/drawingml/2006/main">
              <a:ext uri="{FF2B5EF4-FFF2-40B4-BE49-F238E27FC236}">
                <a16:creationId xmlns:a16="http://schemas.microsoft.com/office/drawing/2014/main" id="{779F1D53-E6D1-4C8C-AD84-61766218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755" y="4400550"/>
            <a:ext cx="45339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omponent-383">
            <a:extLst xmlns:a="http://schemas.openxmlformats.org/drawingml/2006/main">
              <a:ext uri="{FF2B5EF4-FFF2-40B4-BE49-F238E27FC236}">
                <a16:creationId xmlns:a16="http://schemas.microsoft.com/office/drawing/2014/main" id="{71955246-6614-4578-AA2F-08252BAC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24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mponent-384">
            <a:extLst xmlns:a="http://schemas.openxmlformats.org/drawingml/2006/main">
              <a:ext uri="{FF2B5EF4-FFF2-40B4-BE49-F238E27FC236}">
                <a16:creationId xmlns:a16="http://schemas.microsoft.com/office/drawing/2014/main" id="{3F244FF2-8862-4904-AD8C-8DB83911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86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8" name="component-385">
            <a:extLst xmlns:a="http://schemas.openxmlformats.org/drawingml/2006/main">
              <a:ext uri="{FF2B5EF4-FFF2-40B4-BE49-F238E27FC236}">
                <a16:creationId xmlns:a16="http://schemas.microsoft.com/office/drawing/2014/main" id="{0508AC5A-49A4-4FCF-B901-7B17633D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9" name="component-386">
            <a:extLst xmlns:a="http://schemas.openxmlformats.org/drawingml/2006/main">
              <a:ext uri="{FF2B5EF4-FFF2-40B4-BE49-F238E27FC236}">
                <a16:creationId xmlns:a16="http://schemas.microsoft.com/office/drawing/2014/main" id="{DD0B9332-5992-4AB7-BA14-36C03E98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72075"/>
            <a:ext cx="533400" cy="6667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50" name="component-387">
            <a:extLst xmlns:a="http://schemas.openxmlformats.org/drawingml/2006/main">
              <a:ext uri="{FF2B5EF4-FFF2-40B4-BE49-F238E27FC236}">
                <a16:creationId xmlns:a16="http://schemas.microsoft.com/office/drawing/2014/main" id="{E6A79B40-0B84-40B2-B7B3-BD154568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4" y="5278755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omponent-388">
            <a:extLst xmlns:a="http://schemas.openxmlformats.org/drawingml/2006/main">
              <a:ext uri="{FF2B5EF4-FFF2-40B4-BE49-F238E27FC236}">
                <a16:creationId xmlns:a16="http://schemas.microsoft.com/office/drawing/2014/main" id="{3502C603-5804-4C0F-AC6D-C0FD7B81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4" y="5425440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mponent-389">
            <a:extLst xmlns:a="http://schemas.openxmlformats.org/drawingml/2006/main">
              <a:ext uri="{FF2B5EF4-FFF2-40B4-BE49-F238E27FC236}">
                <a16:creationId xmlns:a16="http://schemas.microsoft.com/office/drawing/2014/main" id="{7A98B78B-55C8-44AC-AF0A-0ACDBDCB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292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53" name="component-390">
            <a:extLst xmlns:a="http://schemas.openxmlformats.org/drawingml/2006/main">
              <a:ext uri="{FF2B5EF4-FFF2-40B4-BE49-F238E27FC236}">
                <a16:creationId xmlns:a16="http://schemas.microsoft.com/office/drawing/2014/main" id="{8F933B74-A8CF-43BE-8B86-AEEA12E3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237563"/>
            </a:solidFill>
            <a:prstDash val="solid"/>
          </a:ln>
        </p:spPr>
      </p:sp>
      <p:sp>
        <p:nvSpPr>
          <p:cNvPr id="54" name="component-391">
            <a:extLst xmlns:a="http://schemas.openxmlformats.org/drawingml/2006/main">
              <a:ext uri="{FF2B5EF4-FFF2-40B4-BE49-F238E27FC236}">
                <a16:creationId xmlns:a16="http://schemas.microsoft.com/office/drawing/2014/main" id="{2580BEE4-58F4-4158-9FC3-81EA6612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72075"/>
            <a:ext cx="533400" cy="6667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55" name="component-392">
            <a:extLst xmlns:a="http://schemas.openxmlformats.org/drawingml/2006/main">
              <a:ext uri="{FF2B5EF4-FFF2-40B4-BE49-F238E27FC236}">
                <a16:creationId xmlns:a16="http://schemas.microsoft.com/office/drawing/2014/main" id="{13FBC7A9-B36C-42A9-82AB-3B5958A2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094" y="5278755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omponent-393">
            <a:extLst xmlns:a="http://schemas.openxmlformats.org/drawingml/2006/main">
              <a:ext uri="{FF2B5EF4-FFF2-40B4-BE49-F238E27FC236}">
                <a16:creationId xmlns:a16="http://schemas.microsoft.com/office/drawing/2014/main" id="{94E8F8A2-2918-4CED-86EB-025A4BD1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094" y="5425440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omponent-394">
            <a:extLst xmlns:a="http://schemas.openxmlformats.org/drawingml/2006/main">
              <a:ext uri="{FF2B5EF4-FFF2-40B4-BE49-F238E27FC236}">
                <a16:creationId xmlns:a16="http://schemas.microsoft.com/office/drawing/2014/main" id="{EEE85195-2FEF-4D78-AE5B-19E0FBDB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094" y="5572125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mponent-395">
            <a:extLst xmlns:a="http://schemas.openxmlformats.org/drawingml/2006/main">
              <a:ext uri="{FF2B5EF4-FFF2-40B4-BE49-F238E27FC236}">
                <a16:creationId xmlns:a16="http://schemas.microsoft.com/office/drawing/2014/main" id="{1037B003-BA37-4F52-8312-0923F4B1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292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59" name="component-396">
            <a:extLst xmlns:a="http://schemas.openxmlformats.org/drawingml/2006/main">
              <a:ext uri="{FF2B5EF4-FFF2-40B4-BE49-F238E27FC236}">
                <a16:creationId xmlns:a16="http://schemas.microsoft.com/office/drawing/2014/main" id="{2E7F01C0-BCE1-441C-9563-9EAD4170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172075"/>
            <a:ext cx="6667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60" name="component-397">
            <a:extLst xmlns:a="http://schemas.openxmlformats.org/drawingml/2006/main">
              <a:ext uri="{FF2B5EF4-FFF2-40B4-BE49-F238E27FC236}">
                <a16:creationId xmlns:a16="http://schemas.microsoft.com/office/drawing/2014/main" id="{A1F292E7-AC16-47B6-9ACB-641A84B5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355" y="5278755"/>
            <a:ext cx="45339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component-398">
            <a:extLst xmlns:a="http://schemas.openxmlformats.org/drawingml/2006/main">
              <a:ext uri="{FF2B5EF4-FFF2-40B4-BE49-F238E27FC236}">
                <a16:creationId xmlns:a16="http://schemas.microsoft.com/office/drawing/2014/main" id="{F2281D1D-8840-441A-A557-E653F3B7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0292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62" name="component-399">
            <a:extLst xmlns:a="http://schemas.openxmlformats.org/drawingml/2006/main">
              <a:ext uri="{FF2B5EF4-FFF2-40B4-BE49-F238E27FC236}">
                <a16:creationId xmlns:a16="http://schemas.microsoft.com/office/drawing/2014/main" id="{5CA8629C-56C1-4696-ADF1-C359A0F1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63" name="component-400">
            <a:extLst xmlns:a="http://schemas.openxmlformats.org/drawingml/2006/main">
              <a:ext uri="{FF2B5EF4-FFF2-40B4-BE49-F238E27FC236}">
                <a16:creationId xmlns:a16="http://schemas.microsoft.com/office/drawing/2014/main" id="{D8AA68D4-DB42-4893-804A-680B39AF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314950"/>
            <a:ext cx="666750" cy="476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64" name="component-401">
            <a:extLst xmlns:a="http://schemas.openxmlformats.org/drawingml/2006/main">
              <a:ext uri="{FF2B5EF4-FFF2-40B4-BE49-F238E27FC236}">
                <a16:creationId xmlns:a16="http://schemas.microsoft.com/office/drawing/2014/main" id="{56C4DC30-A795-4D09-9581-9E580850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555" y="5391150"/>
            <a:ext cx="45339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component-402">
            <a:extLst xmlns:a="http://schemas.openxmlformats.org/drawingml/2006/main">
              <a:ext uri="{FF2B5EF4-FFF2-40B4-BE49-F238E27FC236}">
                <a16:creationId xmlns:a16="http://schemas.microsoft.com/office/drawing/2014/main" id="{5E662F7D-5543-470E-84B7-F034DA12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2387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component-403">
            <a:extLst xmlns:a="http://schemas.openxmlformats.org/drawingml/2006/main">
              <a:ext uri="{FF2B5EF4-FFF2-40B4-BE49-F238E27FC236}">
                <a16:creationId xmlns:a16="http://schemas.microsoft.com/office/drawing/2014/main" id="{345F190A-D10D-4B87-8EB3-39688E50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292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67" name="component-404">
            <a:extLst xmlns:a="http://schemas.openxmlformats.org/drawingml/2006/main">
              <a:ext uri="{FF2B5EF4-FFF2-40B4-BE49-F238E27FC236}">
                <a16:creationId xmlns:a16="http://schemas.microsoft.com/office/drawing/2014/main" id="{B72A52FA-3796-44A5-A5A2-A2BF2677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72075"/>
            <a:ext cx="533400" cy="6667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68" name="component-405">
            <a:extLst xmlns:a="http://schemas.openxmlformats.org/drawingml/2006/main">
              <a:ext uri="{FF2B5EF4-FFF2-40B4-BE49-F238E27FC236}">
                <a16:creationId xmlns:a16="http://schemas.microsoft.com/office/drawing/2014/main" id="{5653CD17-AEC3-4003-9184-5104CB03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494" y="5278755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component-406">
            <a:extLst xmlns:a="http://schemas.openxmlformats.org/drawingml/2006/main">
              <a:ext uri="{FF2B5EF4-FFF2-40B4-BE49-F238E27FC236}">
                <a16:creationId xmlns:a16="http://schemas.microsoft.com/office/drawing/2014/main" id="{DFE4DAB4-6E2B-4F95-85B9-76541F02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494" y="5425440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component-407">
            <a:extLst xmlns:a="http://schemas.openxmlformats.org/drawingml/2006/main">
              <a:ext uri="{FF2B5EF4-FFF2-40B4-BE49-F238E27FC236}">
                <a16:creationId xmlns:a16="http://schemas.microsoft.com/office/drawing/2014/main" id="{ECE64A68-815B-4782-9FD8-1AFC3E1D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292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71" name="component-408">
            <a:extLst xmlns:a="http://schemas.openxmlformats.org/drawingml/2006/main">
              <a:ext uri="{FF2B5EF4-FFF2-40B4-BE49-F238E27FC236}">
                <a16:creationId xmlns:a16="http://schemas.microsoft.com/office/drawing/2014/main" id="{FC1F6784-7611-469C-B0EA-3E593908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292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72" name="component-409">
            <a:extLst xmlns:a="http://schemas.openxmlformats.org/drawingml/2006/main">
              <a:ext uri="{FF2B5EF4-FFF2-40B4-BE49-F238E27FC236}">
                <a16:creationId xmlns:a16="http://schemas.microsoft.com/office/drawing/2014/main" id="{9A64AFC1-8EF3-41F9-8625-FAA35824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72075"/>
            <a:ext cx="533400" cy="6667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73" name="component-410">
            <a:extLst xmlns:a="http://schemas.openxmlformats.org/drawingml/2006/main">
              <a:ext uri="{FF2B5EF4-FFF2-40B4-BE49-F238E27FC236}">
                <a16:creationId xmlns:a16="http://schemas.microsoft.com/office/drawing/2014/main" id="{59AB2EC8-0DC8-4BD0-B2F5-BD0A2D15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1694" y="5278755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component-411">
            <a:extLst xmlns:a="http://schemas.openxmlformats.org/drawingml/2006/main">
              <a:ext uri="{FF2B5EF4-FFF2-40B4-BE49-F238E27FC236}">
                <a16:creationId xmlns:a16="http://schemas.microsoft.com/office/drawing/2014/main" id="{62F9DBBB-4278-450D-9FBE-E7D3E6B0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1694" y="5425440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component-412">
            <a:extLst xmlns:a="http://schemas.openxmlformats.org/drawingml/2006/main">
              <a:ext uri="{FF2B5EF4-FFF2-40B4-BE49-F238E27FC236}">
                <a16:creationId xmlns:a16="http://schemas.microsoft.com/office/drawing/2014/main" id="{BC721C2F-9091-4155-BBC2-03E494A0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1694" y="5572125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component-413">
            <a:extLst xmlns:a="http://schemas.openxmlformats.org/drawingml/2006/main">
              <a:ext uri="{FF2B5EF4-FFF2-40B4-BE49-F238E27FC236}">
                <a16:creationId xmlns:a16="http://schemas.microsoft.com/office/drawing/2014/main" id="{90D59EB6-73C7-4A27-83F0-B47C84F7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77" name="component-414">
            <a:extLst xmlns:a="http://schemas.openxmlformats.org/drawingml/2006/main">
              <a:ext uri="{FF2B5EF4-FFF2-40B4-BE49-F238E27FC236}">
                <a16:creationId xmlns:a16="http://schemas.microsoft.com/office/drawing/2014/main" id="{5C6C08DB-DC1E-4E46-9DB8-A0783FB8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198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78" name="component-415">
            <a:extLst xmlns:a="http://schemas.openxmlformats.org/drawingml/2006/main">
              <a:ext uri="{FF2B5EF4-FFF2-40B4-BE49-F238E27FC236}">
                <a16:creationId xmlns:a16="http://schemas.microsoft.com/office/drawing/2014/main" id="{6C670932-41A8-4BD2-B7E0-18A49A99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6162675"/>
            <a:ext cx="6667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79" name="component-416">
            <a:extLst xmlns:a="http://schemas.openxmlformats.org/drawingml/2006/main">
              <a:ext uri="{FF2B5EF4-FFF2-40B4-BE49-F238E27FC236}">
                <a16:creationId xmlns:a16="http://schemas.microsoft.com/office/drawing/2014/main" id="{48315197-7989-4FED-B768-B402EE10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155" y="6269355"/>
            <a:ext cx="45339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component-417">
            <a:extLst xmlns:a="http://schemas.openxmlformats.org/drawingml/2006/main">
              <a:ext uri="{FF2B5EF4-FFF2-40B4-BE49-F238E27FC236}">
                <a16:creationId xmlns:a16="http://schemas.microsoft.com/office/drawing/2014/main" id="{2C8A4E08-DDB4-436F-AD24-CA2FE9FA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198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1" name="component-418">
            <a:extLst xmlns:a="http://schemas.openxmlformats.org/drawingml/2006/main">
              <a:ext uri="{FF2B5EF4-FFF2-40B4-BE49-F238E27FC236}">
                <a16:creationId xmlns:a16="http://schemas.microsoft.com/office/drawing/2014/main" id="{1263704F-BED1-4A90-9BC3-A06231FA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2" name="component-419">
            <a:extLst xmlns:a="http://schemas.openxmlformats.org/drawingml/2006/main">
              <a:ext uri="{FF2B5EF4-FFF2-40B4-BE49-F238E27FC236}">
                <a16:creationId xmlns:a16="http://schemas.microsoft.com/office/drawing/2014/main" id="{DB831CF1-C844-41A8-9E9F-11AC7F01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0198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3" name="component-420">
            <a:extLst xmlns:a="http://schemas.openxmlformats.org/drawingml/2006/main">
              <a:ext uri="{FF2B5EF4-FFF2-40B4-BE49-F238E27FC236}">
                <a16:creationId xmlns:a16="http://schemas.microsoft.com/office/drawing/2014/main" id="{D17FA941-F9EE-4F43-BB5E-08FE98E7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62675"/>
            <a:ext cx="533400" cy="6667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84" name="component-421">
            <a:extLst xmlns:a="http://schemas.openxmlformats.org/drawingml/2006/main">
              <a:ext uri="{FF2B5EF4-FFF2-40B4-BE49-F238E27FC236}">
                <a16:creationId xmlns:a16="http://schemas.microsoft.com/office/drawing/2014/main" id="{0A08DB34-D031-4C1E-90E5-CEC0520E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94" y="6269355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component-422">
            <a:extLst xmlns:a="http://schemas.openxmlformats.org/drawingml/2006/main">
              <a:ext uri="{FF2B5EF4-FFF2-40B4-BE49-F238E27FC236}">
                <a16:creationId xmlns:a16="http://schemas.microsoft.com/office/drawing/2014/main" id="{36B45070-058F-4DD1-83B5-E59E8D02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94" y="6416040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mponent-423">
            <a:extLst xmlns:a="http://schemas.openxmlformats.org/drawingml/2006/main">
              <a:ext uri="{FF2B5EF4-FFF2-40B4-BE49-F238E27FC236}">
                <a16:creationId xmlns:a16="http://schemas.microsoft.com/office/drawing/2014/main" id="{2F561757-478F-43C8-921C-0DD1A717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198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7" name="component-424">
            <a:extLst xmlns:a="http://schemas.openxmlformats.org/drawingml/2006/main">
              <a:ext uri="{FF2B5EF4-FFF2-40B4-BE49-F238E27FC236}">
                <a16:creationId xmlns:a16="http://schemas.microsoft.com/office/drawing/2014/main" id="{84E80E71-968F-4328-A040-CA68950C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0198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8" name="component-425">
            <a:extLst xmlns:a="http://schemas.openxmlformats.org/drawingml/2006/main">
              <a:ext uri="{FF2B5EF4-FFF2-40B4-BE49-F238E27FC236}">
                <a16:creationId xmlns:a16="http://schemas.microsoft.com/office/drawing/2014/main" id="{D03D7827-BB06-474D-A015-D2391B59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0198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9" name="component-426">
            <a:extLst xmlns:a="http://schemas.openxmlformats.org/drawingml/2006/main">
              <a:ext uri="{FF2B5EF4-FFF2-40B4-BE49-F238E27FC236}">
                <a16:creationId xmlns:a16="http://schemas.microsoft.com/office/drawing/2014/main" id="{6623D9BC-AD65-4006-8E0E-7354A5B3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6162675"/>
            <a:ext cx="6667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90" name="component-427">
            <a:extLst xmlns:a="http://schemas.openxmlformats.org/drawingml/2006/main">
              <a:ext uri="{FF2B5EF4-FFF2-40B4-BE49-F238E27FC236}">
                <a16:creationId xmlns:a16="http://schemas.microsoft.com/office/drawing/2014/main" id="{D5FB3B66-84A1-4929-9C0A-2D768769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755" y="6269355"/>
            <a:ext cx="45339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component-428">
            <a:extLst xmlns:a="http://schemas.openxmlformats.org/drawingml/2006/main">
              <a:ext uri="{FF2B5EF4-FFF2-40B4-BE49-F238E27FC236}">
                <a16:creationId xmlns:a16="http://schemas.microsoft.com/office/drawing/2014/main" id="{CCCB9247-7856-405A-A2A9-5B5509DF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0198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92" name="component-429">
            <a:extLst xmlns:a="http://schemas.openxmlformats.org/drawingml/2006/main">
              <a:ext uri="{FF2B5EF4-FFF2-40B4-BE49-F238E27FC236}">
                <a16:creationId xmlns:a16="http://schemas.microsoft.com/office/drawing/2014/main" id="{ABB12748-D9C7-4069-B7BA-72EA2777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104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93" name="component-430">
            <a:extLst xmlns:a="http://schemas.openxmlformats.org/drawingml/2006/main">
              <a:ext uri="{FF2B5EF4-FFF2-40B4-BE49-F238E27FC236}">
                <a16:creationId xmlns:a16="http://schemas.microsoft.com/office/drawing/2014/main" id="{46B5C895-3260-4360-AD1E-1A1AB250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0104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94" name="component-431">
            <a:extLst xmlns:a="http://schemas.openxmlformats.org/drawingml/2006/main">
              <a:ext uri="{FF2B5EF4-FFF2-40B4-BE49-F238E27FC236}">
                <a16:creationId xmlns:a16="http://schemas.microsoft.com/office/drawing/2014/main" id="{FF1B7837-9A6C-4E36-B5BC-5D326221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96150"/>
            <a:ext cx="666750" cy="476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95" name="component-432">
            <a:extLst xmlns:a="http://schemas.openxmlformats.org/drawingml/2006/main">
              <a:ext uri="{FF2B5EF4-FFF2-40B4-BE49-F238E27FC236}">
                <a16:creationId xmlns:a16="http://schemas.microsoft.com/office/drawing/2014/main" id="{0CD25132-C981-4C15-BEEF-751EAB64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155" y="7372350"/>
            <a:ext cx="45339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component-433">
            <a:extLst xmlns:a="http://schemas.openxmlformats.org/drawingml/2006/main">
              <a:ext uri="{FF2B5EF4-FFF2-40B4-BE49-F238E27FC236}">
                <a16:creationId xmlns:a16="http://schemas.microsoft.com/office/drawing/2014/main" id="{ACE6A112-4B43-4385-83BC-4C2432EF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2199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component-434">
            <a:extLst xmlns:a="http://schemas.openxmlformats.org/drawingml/2006/main">
              <a:ext uri="{FF2B5EF4-FFF2-40B4-BE49-F238E27FC236}">
                <a16:creationId xmlns:a16="http://schemas.microsoft.com/office/drawing/2014/main" id="{46C0B644-0E7F-4E5F-A977-A25C5B00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0104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98" name="component-435">
            <a:extLst xmlns:a="http://schemas.openxmlformats.org/drawingml/2006/main">
              <a:ext uri="{FF2B5EF4-FFF2-40B4-BE49-F238E27FC236}">
                <a16:creationId xmlns:a16="http://schemas.microsoft.com/office/drawing/2014/main" id="{F77F2597-9CB7-4229-B5BA-4C81352C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0104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99" name="component-436">
            <a:extLst xmlns:a="http://schemas.openxmlformats.org/drawingml/2006/main">
              <a:ext uri="{FF2B5EF4-FFF2-40B4-BE49-F238E27FC236}">
                <a16:creationId xmlns:a16="http://schemas.microsoft.com/office/drawing/2014/main" id="{DB97C83C-5750-4D70-86A2-D6401985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70104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00" name="component-437">
            <a:extLst xmlns:a="http://schemas.openxmlformats.org/drawingml/2006/main">
              <a:ext uri="{FF2B5EF4-FFF2-40B4-BE49-F238E27FC236}">
                <a16:creationId xmlns:a16="http://schemas.microsoft.com/office/drawing/2014/main" id="{60901063-7431-47EB-8DD3-855199E5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7153275"/>
            <a:ext cx="533400" cy="6667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01" name="component-438">
            <a:extLst xmlns:a="http://schemas.openxmlformats.org/drawingml/2006/main">
              <a:ext uri="{FF2B5EF4-FFF2-40B4-BE49-F238E27FC236}">
                <a16:creationId xmlns:a16="http://schemas.microsoft.com/office/drawing/2014/main" id="{7460E25C-5A68-4ECD-BA70-69044F7E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94" y="7259955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component-439">
            <a:extLst xmlns:a="http://schemas.openxmlformats.org/drawingml/2006/main">
              <a:ext uri="{FF2B5EF4-FFF2-40B4-BE49-F238E27FC236}">
                <a16:creationId xmlns:a16="http://schemas.microsoft.com/office/drawing/2014/main" id="{00320119-252E-498C-80DA-65C28821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94" y="7406640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component-440">
            <a:extLst xmlns:a="http://schemas.openxmlformats.org/drawingml/2006/main">
              <a:ext uri="{FF2B5EF4-FFF2-40B4-BE49-F238E27FC236}">
                <a16:creationId xmlns:a16="http://schemas.microsoft.com/office/drawing/2014/main" id="{45EBDE7C-2477-4DD1-93BA-A52DE91C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94" y="7553325"/>
            <a:ext cx="362712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component-441">
            <a:extLst xmlns:a="http://schemas.openxmlformats.org/drawingml/2006/main">
              <a:ext uri="{FF2B5EF4-FFF2-40B4-BE49-F238E27FC236}">
                <a16:creationId xmlns:a16="http://schemas.microsoft.com/office/drawing/2014/main" id="{956E7BF6-27AA-4856-8454-0EAD0F06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0104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05" name="component-442">
            <a:extLst xmlns:a="http://schemas.openxmlformats.org/drawingml/2006/main">
              <a:ext uri="{FF2B5EF4-FFF2-40B4-BE49-F238E27FC236}">
                <a16:creationId xmlns:a16="http://schemas.microsoft.com/office/drawing/2014/main" id="{395557B5-EFFC-4F0C-9340-A375792D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0104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06" name="component-443">
            <a:extLst xmlns:a="http://schemas.openxmlformats.org/drawingml/2006/main">
              <a:ext uri="{FF2B5EF4-FFF2-40B4-BE49-F238E27FC236}">
                <a16:creationId xmlns:a16="http://schemas.microsoft.com/office/drawing/2014/main" id="{B96C0194-E9CA-4833-B235-8D23D0CA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70104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07" name="component-444">
            <a:extLst xmlns:a="http://schemas.openxmlformats.org/drawingml/2006/main">
              <a:ext uri="{FF2B5EF4-FFF2-40B4-BE49-F238E27FC236}">
                <a16:creationId xmlns:a16="http://schemas.microsoft.com/office/drawing/2014/main" id="{84BEA6B5-2287-4D41-AD61-81F5F8FF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7296150"/>
            <a:ext cx="666750" cy="476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08" name="component-445">
            <a:extLst xmlns:a="http://schemas.openxmlformats.org/drawingml/2006/main">
              <a:ext uri="{FF2B5EF4-FFF2-40B4-BE49-F238E27FC236}">
                <a16:creationId xmlns:a16="http://schemas.microsoft.com/office/drawing/2014/main" id="{848CBE42-1406-452F-A9A2-26A89C4C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755" y="7372350"/>
            <a:ext cx="45339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component-446">
            <a:extLst xmlns:a="http://schemas.openxmlformats.org/drawingml/2006/main">
              <a:ext uri="{FF2B5EF4-FFF2-40B4-BE49-F238E27FC236}">
                <a16:creationId xmlns:a16="http://schemas.microsoft.com/office/drawing/2014/main" id="{39ED27F9-DC7F-4104-A67B-8D86901F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72199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component-447">
            <a:extLst xmlns:a="http://schemas.openxmlformats.org/drawingml/2006/main">
              <a:ext uri="{FF2B5EF4-FFF2-40B4-BE49-F238E27FC236}">
                <a16:creationId xmlns:a16="http://schemas.microsoft.com/office/drawing/2014/main" id="{39F879B5-7F5F-484C-8B51-09908DC9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7010400"/>
            <a:ext cx="95250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11" name="component-448">
            <a:extLst xmlns:a="http://schemas.openxmlformats.org/drawingml/2006/main">
              <a:ext uri="{FF2B5EF4-FFF2-40B4-BE49-F238E27FC236}">
                <a16:creationId xmlns:a16="http://schemas.microsoft.com/office/drawing/2014/main" id="{51D8E9E7-671A-4372-9925-A90C42E8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09900"/>
            <a:ext cx="4495800" cy="5257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5F3EB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12" name="component-449">
            <a:extLst xmlns:a="http://schemas.openxmlformats.org/drawingml/2006/main">
              <a:ext uri="{FF2B5EF4-FFF2-40B4-BE49-F238E27FC236}">
                <a16:creationId xmlns:a16="http://schemas.microsoft.com/office/drawing/2014/main" id="{14A5DC4F-8A1A-4B3A-855C-76ADA55E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403860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North Offices</a:t>
            </a:r>
          </a:p>
        </p:txBody>
      </p:sp>
      <p:sp>
        <p:nvSpPr>
          <p:cNvPr id="113" name="component-450">
            <a:extLst xmlns:a="http://schemas.openxmlformats.org/drawingml/2006/main">
              <a:ext uri="{FF2B5EF4-FFF2-40B4-BE49-F238E27FC236}">
                <a16:creationId xmlns:a16="http://schemas.microsoft.com/office/drawing/2014/main" id="{B585FA78-F881-4491-9C97-9C9453B8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33800"/>
            <a:ext cx="15240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component-451">
            <a:extLst xmlns:a="http://schemas.openxmlformats.org/drawingml/2006/main">
              <a:ext uri="{FF2B5EF4-FFF2-40B4-BE49-F238E27FC236}">
                <a16:creationId xmlns:a16="http://schemas.microsoft.com/office/drawing/2014/main" id="{631FA2B5-51F6-449B-93B4-FE411E7A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71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7563"/>
                </a:solidFill>
                <a:latin typeface="Arial"/>
                <a:ea typeface="Arial"/>
                <a:cs typeface="Arial"/>
              </a:rPr>
              <a:t>Office tower</a:t>
            </a:r>
          </a:p>
        </p:txBody>
      </p:sp>
      <p:sp>
        <p:nvSpPr>
          <p:cNvPr id="115" name="component-452">
            <a:extLst xmlns:a="http://schemas.openxmlformats.org/drawingml/2006/main">
              <a:ext uri="{FF2B5EF4-FFF2-40B4-BE49-F238E27FC236}">
                <a16:creationId xmlns:a16="http://schemas.microsoft.com/office/drawing/2014/main" id="{F6575192-E38F-4AF8-AA98-06061E43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05300"/>
            <a:ext cx="258470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Leased floors</a:t>
            </a:r>
          </a:p>
        </p:txBody>
      </p:sp>
      <p:sp>
        <p:nvSpPr>
          <p:cNvPr id="116" name="component-453">
            <a:extLst xmlns:a="http://schemas.openxmlformats.org/drawingml/2006/main">
              <a:ext uri="{FF2B5EF4-FFF2-40B4-BE49-F238E27FC236}">
                <a16:creationId xmlns:a16="http://schemas.microsoft.com/office/drawing/2014/main" id="{C0C39CC1-0F2D-492C-BB39-FD20B2F0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0" y="4305300"/>
            <a:ext cx="161544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4 / 6</a:t>
            </a:r>
          </a:p>
        </p:txBody>
      </p:sp>
      <p:sp>
        <p:nvSpPr>
          <p:cNvPr id="117" name="component-454">
            <a:extLst xmlns:a="http://schemas.openxmlformats.org/drawingml/2006/main">
              <a:ext uri="{FF2B5EF4-FFF2-40B4-BE49-F238E27FC236}">
                <a16:creationId xmlns:a16="http://schemas.microsoft.com/office/drawing/2014/main" id="{27DF92E1-8897-4AED-AFB2-6C60FE11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05350"/>
            <a:ext cx="403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component-455">
            <a:extLst xmlns:a="http://schemas.openxmlformats.org/drawingml/2006/main">
              <a:ext uri="{FF2B5EF4-FFF2-40B4-BE49-F238E27FC236}">
                <a16:creationId xmlns:a16="http://schemas.microsoft.com/office/drawing/2014/main" id="{0B522E1A-1786-428A-8DF1-B904F9CD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14900"/>
            <a:ext cx="258470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Parking</a:t>
            </a:r>
          </a:p>
        </p:txBody>
      </p:sp>
      <p:sp>
        <p:nvSpPr>
          <p:cNvPr id="119" name="component-456">
            <a:extLst xmlns:a="http://schemas.openxmlformats.org/drawingml/2006/main">
              <a:ext uri="{FF2B5EF4-FFF2-40B4-BE49-F238E27FC236}">
                <a16:creationId xmlns:a16="http://schemas.microsoft.com/office/drawing/2014/main" id="{1A219807-14DB-4EB8-9295-205D931A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0" y="4914900"/>
            <a:ext cx="161544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60 / 100</a:t>
            </a:r>
          </a:p>
        </p:txBody>
      </p:sp>
      <p:sp>
        <p:nvSpPr>
          <p:cNvPr id="120" name="component-457">
            <a:extLst xmlns:a="http://schemas.openxmlformats.org/drawingml/2006/main">
              <a:ext uri="{FF2B5EF4-FFF2-40B4-BE49-F238E27FC236}">
                <a16:creationId xmlns:a16="http://schemas.microsoft.com/office/drawing/2014/main" id="{14364464-47EB-4C09-8F62-02F47C8B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14950"/>
            <a:ext cx="403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component-458">
            <a:extLst xmlns:a="http://schemas.openxmlformats.org/drawingml/2006/main">
              <a:ext uri="{FF2B5EF4-FFF2-40B4-BE49-F238E27FC236}">
                <a16:creationId xmlns:a16="http://schemas.microsoft.com/office/drawing/2014/main" id="{85C6BEAB-3FAC-4C2A-B4D6-D8FC136D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524500"/>
            <a:ext cx="258470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Projected daily net</a:t>
            </a:r>
          </a:p>
        </p:txBody>
      </p:sp>
      <p:sp>
        <p:nvSpPr>
          <p:cNvPr id="122" name="component-459">
            <a:extLst xmlns:a="http://schemas.openxmlformats.org/drawingml/2006/main">
              <a:ext uri="{FF2B5EF4-FFF2-40B4-BE49-F238E27FC236}">
                <a16:creationId xmlns:a16="http://schemas.microsoft.com/office/drawing/2014/main" id="{4403F406-ED6C-4DD5-B6FE-87BBE767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0" y="5524500"/>
            <a:ext cx="161544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+$600</a:t>
            </a:r>
          </a:p>
        </p:txBody>
      </p:sp>
      <p:sp>
        <p:nvSpPr>
          <p:cNvPr id="123" name="component-460">
            <a:extLst xmlns:a="http://schemas.openxmlformats.org/drawingml/2006/main">
              <a:ext uri="{FF2B5EF4-FFF2-40B4-BE49-F238E27FC236}">
                <a16:creationId xmlns:a16="http://schemas.microsoft.com/office/drawing/2014/main" id="{54B490F3-340B-43DA-80EC-ED24B9DA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24550"/>
            <a:ext cx="403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component-461">
            <a:extLst xmlns:a="http://schemas.openxmlformats.org/drawingml/2006/main">
              <a:ext uri="{FF2B5EF4-FFF2-40B4-BE49-F238E27FC236}">
                <a16:creationId xmlns:a16="http://schemas.microsoft.com/office/drawing/2014/main" id="{FF013FAD-46F1-4764-8B96-05CA9FE1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4038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component-462">
            <a:extLst xmlns:a="http://schemas.openxmlformats.org/drawingml/2006/main">
              <a:ext uri="{FF2B5EF4-FFF2-40B4-BE49-F238E27FC236}">
                <a16:creationId xmlns:a16="http://schemas.microsoft.com/office/drawing/2014/main" id="{196EDAD3-DCE8-4974-9280-219102F3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5913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 building</a:t>
            </a:r>
          </a:p>
        </p:txBody>
      </p:sp>
      <p:sp>
        <p:nvSpPr>
          <p:cNvPr id="126" name="component-463">
            <a:extLst xmlns:a="http://schemas.openxmlformats.org/drawingml/2006/main">
              <a:ext uri="{FF2B5EF4-FFF2-40B4-BE49-F238E27FC236}">
                <a16:creationId xmlns:a16="http://schemas.microsoft.com/office/drawing/2014/main" id="{B58CDCA2-EB2F-4664-963B-14716158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39100"/>
            <a:ext cx="2057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component-464">
            <a:extLst xmlns:a="http://schemas.openxmlformats.org/drawingml/2006/main">
              <a:ext uri="{FF2B5EF4-FFF2-40B4-BE49-F238E27FC236}">
                <a16:creationId xmlns:a16="http://schemas.microsoft.com/office/drawing/2014/main" id="{BD285FD6-9561-4EA2-8D15-8986BFE4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153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28" name="component-465">
            <a:extLst xmlns:a="http://schemas.openxmlformats.org/drawingml/2006/main">
              <a:ext uri="{FF2B5EF4-FFF2-40B4-BE49-F238E27FC236}">
                <a16:creationId xmlns:a16="http://schemas.microsoft.com/office/drawing/2014/main" id="{1C2AD384-27FC-4431-A6D8-3F237E90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039100"/>
            <a:ext cx="2057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29" name="component-466">
            <a:extLst xmlns:a="http://schemas.openxmlformats.org/drawingml/2006/main">
              <a:ext uri="{FF2B5EF4-FFF2-40B4-BE49-F238E27FC236}">
                <a16:creationId xmlns:a16="http://schemas.microsoft.com/office/drawing/2014/main" id="{D9317CD3-9B8E-425D-B7D8-722199BA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81153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Tenants</a:t>
            </a:r>
          </a:p>
        </p:txBody>
      </p:sp>
      <p:sp>
        <p:nvSpPr>
          <p:cNvPr id="130" name="component-467">
            <a:extLst xmlns:a="http://schemas.openxmlformats.org/drawingml/2006/main">
              <a:ext uri="{FF2B5EF4-FFF2-40B4-BE49-F238E27FC236}">
                <a16:creationId xmlns:a16="http://schemas.microsoft.com/office/drawing/2014/main" id="{BE753A5B-DF48-4DD3-A2D6-004B6305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039100"/>
            <a:ext cx="2057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31" name="component-468">
            <a:extLst xmlns:a="http://schemas.openxmlformats.org/drawingml/2006/main">
              <a:ext uri="{FF2B5EF4-FFF2-40B4-BE49-F238E27FC236}">
                <a16:creationId xmlns:a16="http://schemas.microsoft.com/office/drawing/2014/main" id="{10D93C55-F806-4A3B-A747-F2B5041F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81153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Upgrades</a:t>
            </a:r>
          </a:p>
        </p:txBody>
      </p:sp>
    </p:spTree>
    <p:extLst>
      <p:ext uri="{BB962C8B-B14F-4D97-AF65-F5344CB8AC3E}">
        <p14:creationId xmlns:p14="http://schemas.microsoft.com/office/powerpoint/2010/main" val="1810234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7EDB84B-8F34-4FB7-9382-5A72353122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8e02a041248cb"/>
          <a:stretch xmlns:a="http://schemas.openxmlformats.org/drawingml/2006/main"/>
        </p:blipFill>
        <p:spPr>
          <a:xfrm xmlns:a="http://schemas.openxmlformats.org/drawingml/2006/main">
            <a:off x="457200" y="304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component-469">
            <a:extLst xmlns:a="http://schemas.openxmlformats.org/drawingml/2006/main">
              <a:ext uri="{FF2B5EF4-FFF2-40B4-BE49-F238E27FC236}">
                <a16:creationId xmlns:a16="http://schemas.microsoft.com/office/drawing/2014/main" id="{78CB03A5-2FF3-449A-A07B-4CC98E37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7620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Management Tycoon</a:t>
            </a:r>
          </a:p>
        </p:txBody>
      </p:sp>
      <p:sp>
        <p:nvSpPr>
          <p:cNvPr id="3" name="component-470">
            <a:extLst xmlns:a="http://schemas.openxmlformats.org/drawingml/2006/main">
              <a:ext uri="{FF2B5EF4-FFF2-40B4-BE49-F238E27FC236}">
                <a16:creationId xmlns:a16="http://schemas.microsoft.com/office/drawing/2014/main" id="{1C592932-A6F3-48B3-8361-05AA4432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1000"/>
            <a:ext cx="1219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07 / 16</a:t>
            </a:r>
          </a:p>
        </p:txBody>
      </p:sp>
      <p:sp>
        <p:nvSpPr>
          <p:cNvPr id="4" name="component-471">
            <a:extLst xmlns:a="http://schemas.openxmlformats.org/drawingml/2006/main">
              <a:ext uri="{FF2B5EF4-FFF2-40B4-BE49-F238E27FC236}">
                <a16:creationId xmlns:a16="http://schemas.microsoft.com/office/drawing/2014/main" id="{41C429BE-A86B-4FBE-8D27-8B1722B9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onent-472">
            <a:extLst xmlns:a="http://schemas.openxmlformats.org/drawingml/2006/main">
              <a:ext uri="{FF2B5EF4-FFF2-40B4-BE49-F238E27FC236}">
                <a16:creationId xmlns:a16="http://schemas.microsoft.com/office/drawing/2014/main" id="{3E863AE0-D36C-4ED0-9132-3446BE65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07 · Building types</a:t>
            </a:r>
          </a:p>
        </p:txBody>
      </p:sp>
      <p:sp>
        <p:nvSpPr>
          <p:cNvPr id="6" name="component-473">
            <a:extLst xmlns:a="http://schemas.openxmlformats.org/drawingml/2006/main">
              <a:ext uri="{FF2B5EF4-FFF2-40B4-BE49-F238E27FC236}">
                <a16:creationId xmlns:a16="http://schemas.microsoft.com/office/drawing/2014/main" id="{E3E7F8F0-F3D8-4F8B-9691-130FB2CE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11430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Design reference. Sample values are illustrative.</a:t>
            </a:r>
          </a:p>
        </p:txBody>
      </p:sp>
      <p:sp>
        <p:nvSpPr>
          <p:cNvPr id="7" name="component-474">
            <a:extLst xmlns:a="http://schemas.openxmlformats.org/drawingml/2006/main">
              <a:ext uri="{FF2B5EF4-FFF2-40B4-BE49-F238E27FC236}">
                <a16:creationId xmlns:a16="http://schemas.microsoft.com/office/drawing/2014/main" id="{98F91667-0826-4982-AD3E-474351E3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352800" cy="64770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" name="component-475">
            <a:extLst xmlns:a="http://schemas.openxmlformats.org/drawingml/2006/main">
              <a:ext uri="{FF2B5EF4-FFF2-40B4-BE49-F238E27FC236}">
                <a16:creationId xmlns:a16="http://schemas.microsoft.com/office/drawing/2014/main" id="{BA1B5CA3-1640-466F-8000-2DF93392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895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Apartment</a:t>
            </a:r>
          </a:p>
        </p:txBody>
      </p:sp>
      <p:sp>
        <p:nvSpPr>
          <p:cNvPr id="9" name="component-476">
            <a:extLst xmlns:a="http://schemas.openxmlformats.org/drawingml/2006/main">
              <a:ext uri="{FF2B5EF4-FFF2-40B4-BE49-F238E27FC236}">
                <a16:creationId xmlns:a16="http://schemas.microsoft.com/office/drawing/2014/main" id="{292E9F32-F528-4777-B9AB-46CCF897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onent-477">
            <a:extLst xmlns:a="http://schemas.openxmlformats.org/drawingml/2006/main">
              <a:ext uri="{FF2B5EF4-FFF2-40B4-BE49-F238E27FC236}">
                <a16:creationId xmlns:a16="http://schemas.microsoft.com/office/drawing/2014/main" id="{4DBA3A76-AEF6-4B55-8218-94CC0CD4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1828800" cy="2057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1" name="component-478">
            <a:extLst xmlns:a="http://schemas.openxmlformats.org/drawingml/2006/main">
              <a:ext uri="{FF2B5EF4-FFF2-40B4-BE49-F238E27FC236}">
                <a16:creationId xmlns:a16="http://schemas.microsoft.com/office/drawing/2014/main" id="{1CD2BEFD-E401-4DD8-8728-D6565DD4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mponent-479">
            <a:extLst xmlns:a="http://schemas.openxmlformats.org/drawingml/2006/main">
              <a:ext uri="{FF2B5EF4-FFF2-40B4-BE49-F238E27FC236}">
                <a16:creationId xmlns:a16="http://schemas.microsoft.com/office/drawing/2014/main" id="{B381C9EC-F303-4026-96E2-D3B0D4C6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APARTMENT</a:t>
            </a:r>
          </a:p>
        </p:txBody>
      </p:sp>
      <p:sp>
        <p:nvSpPr>
          <p:cNvPr id="13" name="component-480">
            <a:extLst xmlns:a="http://schemas.openxmlformats.org/drawingml/2006/main">
              <a:ext uri="{FF2B5EF4-FFF2-40B4-BE49-F238E27FC236}">
                <a16:creationId xmlns:a16="http://schemas.microsoft.com/office/drawing/2014/main" id="{BCFCA05E-75D2-4C7D-BB04-EB234F4F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mponent-481">
            <a:extLst xmlns:a="http://schemas.openxmlformats.org/drawingml/2006/main">
              <a:ext uri="{FF2B5EF4-FFF2-40B4-BE49-F238E27FC236}">
                <a16:creationId xmlns:a16="http://schemas.microsoft.com/office/drawing/2014/main" id="{495BD7BE-08D6-4B83-9D2F-1CFF756C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600" y="35052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mponent-482">
            <a:extLst xmlns:a="http://schemas.openxmlformats.org/drawingml/2006/main">
              <a:ext uri="{FF2B5EF4-FFF2-40B4-BE49-F238E27FC236}">
                <a16:creationId xmlns:a16="http://schemas.microsoft.com/office/drawing/2014/main" id="{9A13EDA8-954B-4F9F-AE7E-24CD39B7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600" y="35052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mponent-483">
            <a:extLst xmlns:a="http://schemas.openxmlformats.org/drawingml/2006/main">
              <a:ext uri="{FF2B5EF4-FFF2-40B4-BE49-F238E27FC236}">
                <a16:creationId xmlns:a16="http://schemas.microsoft.com/office/drawing/2014/main" id="{10A4A382-E85B-4A28-BEA8-CBBEBA37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671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onent-484">
            <a:extLst xmlns:a="http://schemas.openxmlformats.org/drawingml/2006/main">
              <a:ext uri="{FF2B5EF4-FFF2-40B4-BE49-F238E27FC236}">
                <a16:creationId xmlns:a16="http://schemas.microsoft.com/office/drawing/2014/main" id="{E93F7FF9-2A98-421D-ADF4-5BC9E7FB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600" y="38671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onent-485">
            <a:extLst xmlns:a="http://schemas.openxmlformats.org/drawingml/2006/main">
              <a:ext uri="{FF2B5EF4-FFF2-40B4-BE49-F238E27FC236}">
                <a16:creationId xmlns:a16="http://schemas.microsoft.com/office/drawing/2014/main" id="{E7CFDCD9-DAEB-46D6-A528-4B5A3440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600" y="38671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mponent-486">
            <a:extLst xmlns:a="http://schemas.openxmlformats.org/drawingml/2006/main">
              <a:ext uri="{FF2B5EF4-FFF2-40B4-BE49-F238E27FC236}">
                <a16:creationId xmlns:a16="http://schemas.microsoft.com/office/drawing/2014/main" id="{F7960E0E-6F76-435A-BD20-C45EF7C7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291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mponent-487">
            <a:extLst xmlns:a="http://schemas.openxmlformats.org/drawingml/2006/main">
              <a:ext uri="{FF2B5EF4-FFF2-40B4-BE49-F238E27FC236}">
                <a16:creationId xmlns:a16="http://schemas.microsoft.com/office/drawing/2014/main" id="{F8D5B865-D848-47A4-906A-282DB25E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600" y="42291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mponent-488">
            <a:extLst xmlns:a="http://schemas.openxmlformats.org/drawingml/2006/main">
              <a:ext uri="{FF2B5EF4-FFF2-40B4-BE49-F238E27FC236}">
                <a16:creationId xmlns:a16="http://schemas.microsoft.com/office/drawing/2014/main" id="{C17F2A56-6F7C-41C6-8652-C9790A38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600" y="42291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mponent-489">
            <a:extLst xmlns:a="http://schemas.openxmlformats.org/drawingml/2006/main">
              <a:ext uri="{FF2B5EF4-FFF2-40B4-BE49-F238E27FC236}">
                <a16:creationId xmlns:a16="http://schemas.microsoft.com/office/drawing/2014/main" id="{E28CF156-73F5-4329-84D2-DE517207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910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mponent-490">
            <a:extLst xmlns:a="http://schemas.openxmlformats.org/drawingml/2006/main">
              <a:ext uri="{FF2B5EF4-FFF2-40B4-BE49-F238E27FC236}">
                <a16:creationId xmlns:a16="http://schemas.microsoft.com/office/drawing/2014/main" id="{8C4D9A3D-D4E6-4FC8-BF89-D2966A50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600" y="45910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mponent-491">
            <a:extLst xmlns:a="http://schemas.openxmlformats.org/drawingml/2006/main">
              <a:ext uri="{FF2B5EF4-FFF2-40B4-BE49-F238E27FC236}">
                <a16:creationId xmlns:a16="http://schemas.microsoft.com/office/drawing/2014/main" id="{9072AF74-C065-4137-A19B-04065AE1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600" y="45910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mponent-492">
            <a:extLst xmlns:a="http://schemas.openxmlformats.org/drawingml/2006/main">
              <a:ext uri="{FF2B5EF4-FFF2-40B4-BE49-F238E27FC236}">
                <a16:creationId xmlns:a16="http://schemas.microsoft.com/office/drawing/2014/main" id="{8F7AB367-F592-48AA-94EC-1FBE65C1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76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mponent-493">
            <a:extLst xmlns:a="http://schemas.openxmlformats.org/drawingml/2006/main">
              <a:ext uri="{FF2B5EF4-FFF2-40B4-BE49-F238E27FC236}">
                <a16:creationId xmlns:a16="http://schemas.microsoft.com/office/drawing/2014/main" id="{9E68B6BD-F858-4CC8-B2ED-CBDC9781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2895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Long-term room rentals</a:t>
            </a:r>
          </a:p>
        </p:txBody>
      </p:sp>
      <p:sp>
        <p:nvSpPr>
          <p:cNvPr id="27" name="component-494">
            <a:extLst xmlns:a="http://schemas.openxmlformats.org/drawingml/2006/main">
              <a:ext uri="{FF2B5EF4-FFF2-40B4-BE49-F238E27FC236}">
                <a16:creationId xmlns:a16="http://schemas.microsoft.com/office/drawing/2014/main" id="{10817F83-A2A4-4C2A-BC4B-C8BD0C8E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28956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mponent-495">
            <a:extLst xmlns:a="http://schemas.openxmlformats.org/drawingml/2006/main">
              <a:ext uri="{FF2B5EF4-FFF2-40B4-BE49-F238E27FC236}">
                <a16:creationId xmlns:a16="http://schemas.microsoft.com/office/drawing/2014/main" id="{AA272D4E-B521-4093-A93B-B89F59BE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7563"/>
                </a:solidFill>
                <a:latin typeface="Arial"/>
                <a:ea typeface="Arial"/>
                <a:cs typeface="Arial"/>
              </a:rPr>
              <a:t>Available</a:t>
            </a:r>
          </a:p>
        </p:txBody>
      </p:sp>
      <p:sp>
        <p:nvSpPr>
          <p:cNvPr id="29" name="component-496">
            <a:extLst xmlns:a="http://schemas.openxmlformats.org/drawingml/2006/main">
              <a:ext uri="{FF2B5EF4-FFF2-40B4-BE49-F238E27FC236}">
                <a16:creationId xmlns:a16="http://schemas.microsoft.com/office/drawing/2014/main" id="{9A7C1AD0-EEC8-4DEF-BBAF-6D8DD84B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43800"/>
            <a:ext cx="2895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mponent-497">
            <a:extLst xmlns:a="http://schemas.openxmlformats.org/drawingml/2006/main">
              <a:ext uri="{FF2B5EF4-FFF2-40B4-BE49-F238E27FC236}">
                <a16:creationId xmlns:a16="http://schemas.microsoft.com/office/drawing/2014/main" id="{EC9AD3B3-84F9-455A-BE9D-E97A4B5A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20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31" name="component-498">
            <a:extLst xmlns:a="http://schemas.openxmlformats.org/drawingml/2006/main">
              <a:ext uri="{FF2B5EF4-FFF2-40B4-BE49-F238E27FC236}">
                <a16:creationId xmlns:a16="http://schemas.microsoft.com/office/drawing/2014/main" id="{E089FFBC-75C3-4AD0-89B1-8E59C12C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3352800" cy="64770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2" name="component-499">
            <a:extLst xmlns:a="http://schemas.openxmlformats.org/drawingml/2006/main">
              <a:ext uri="{FF2B5EF4-FFF2-40B4-BE49-F238E27FC236}">
                <a16:creationId xmlns:a16="http://schemas.microsoft.com/office/drawing/2014/main" id="{3EE42948-C687-4347-B761-C5382BB1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2895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Hotel</a:t>
            </a:r>
          </a:p>
        </p:txBody>
      </p:sp>
      <p:sp>
        <p:nvSpPr>
          <p:cNvPr id="33" name="component-500">
            <a:extLst xmlns:a="http://schemas.openxmlformats.org/drawingml/2006/main">
              <a:ext uri="{FF2B5EF4-FFF2-40B4-BE49-F238E27FC236}">
                <a16:creationId xmlns:a16="http://schemas.microsoft.com/office/drawing/2014/main" id="{7AFBC966-868E-4993-98DC-AF1F259C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omponent-501">
            <a:extLst xmlns:a="http://schemas.openxmlformats.org/drawingml/2006/main">
              <a:ext uri="{FF2B5EF4-FFF2-40B4-BE49-F238E27FC236}">
                <a16:creationId xmlns:a16="http://schemas.microsoft.com/office/drawing/2014/main" id="{005C7A87-9FA8-42F2-AC8D-5A5E97FA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48000"/>
            <a:ext cx="1828800" cy="2057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35" name="component-502">
            <a:extLst xmlns:a="http://schemas.openxmlformats.org/drawingml/2006/main">
              <a:ext uri="{FF2B5EF4-FFF2-40B4-BE49-F238E27FC236}">
                <a16:creationId xmlns:a16="http://schemas.microsoft.com/office/drawing/2014/main" id="{D6A60AA1-AA84-473C-9B16-3DF16F87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242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mponent-503">
            <a:extLst xmlns:a="http://schemas.openxmlformats.org/drawingml/2006/main">
              <a:ext uri="{FF2B5EF4-FFF2-40B4-BE49-F238E27FC236}">
                <a16:creationId xmlns:a16="http://schemas.microsoft.com/office/drawing/2014/main" id="{F4FD94D0-5A19-4FE5-995C-3B40352A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242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HOTEL</a:t>
            </a:r>
          </a:p>
        </p:txBody>
      </p:sp>
      <p:sp>
        <p:nvSpPr>
          <p:cNvPr id="37" name="component-504">
            <a:extLst xmlns:a="http://schemas.openxmlformats.org/drawingml/2006/main">
              <a:ext uri="{FF2B5EF4-FFF2-40B4-BE49-F238E27FC236}">
                <a16:creationId xmlns:a16="http://schemas.microsoft.com/office/drawing/2014/main" id="{57268623-D632-4B24-85CF-950ED50C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omponent-505">
            <a:extLst xmlns:a="http://schemas.openxmlformats.org/drawingml/2006/main">
              <a:ext uri="{FF2B5EF4-FFF2-40B4-BE49-F238E27FC236}">
                <a16:creationId xmlns:a16="http://schemas.microsoft.com/office/drawing/2014/main" id="{23E8994A-AC0B-41A0-946E-557B5BEC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200" y="35052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onent-506">
            <a:extLst xmlns:a="http://schemas.openxmlformats.org/drawingml/2006/main">
              <a:ext uri="{FF2B5EF4-FFF2-40B4-BE49-F238E27FC236}">
                <a16:creationId xmlns:a16="http://schemas.microsoft.com/office/drawing/2014/main" id="{ABA872B8-5A6B-422F-9F54-66493BE2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35052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mponent-507">
            <a:extLst xmlns:a="http://schemas.openxmlformats.org/drawingml/2006/main">
              <a:ext uri="{FF2B5EF4-FFF2-40B4-BE49-F238E27FC236}">
                <a16:creationId xmlns:a16="http://schemas.microsoft.com/office/drawing/2014/main" id="{655C3043-EFAD-40B4-81AD-72F73A36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671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omponent-508">
            <a:extLst xmlns:a="http://schemas.openxmlformats.org/drawingml/2006/main">
              <a:ext uri="{FF2B5EF4-FFF2-40B4-BE49-F238E27FC236}">
                <a16:creationId xmlns:a16="http://schemas.microsoft.com/office/drawing/2014/main" id="{3472B69D-9711-48DB-8D90-85F39B3F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200" y="38671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mponent-509">
            <a:extLst xmlns:a="http://schemas.openxmlformats.org/drawingml/2006/main">
              <a:ext uri="{FF2B5EF4-FFF2-40B4-BE49-F238E27FC236}">
                <a16:creationId xmlns:a16="http://schemas.microsoft.com/office/drawing/2014/main" id="{F60A24A3-5122-4759-91E5-D6E27F0B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38671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onent-510">
            <a:extLst xmlns:a="http://schemas.openxmlformats.org/drawingml/2006/main">
              <a:ext uri="{FF2B5EF4-FFF2-40B4-BE49-F238E27FC236}">
                <a16:creationId xmlns:a16="http://schemas.microsoft.com/office/drawing/2014/main" id="{D51472A7-EF72-40FC-8ACB-C974B403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291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mponent-511">
            <a:extLst xmlns:a="http://schemas.openxmlformats.org/drawingml/2006/main">
              <a:ext uri="{FF2B5EF4-FFF2-40B4-BE49-F238E27FC236}">
                <a16:creationId xmlns:a16="http://schemas.microsoft.com/office/drawing/2014/main" id="{944579BB-7ED8-4784-A43C-89ED230D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200" y="42291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omponent-512">
            <a:extLst xmlns:a="http://schemas.openxmlformats.org/drawingml/2006/main">
              <a:ext uri="{FF2B5EF4-FFF2-40B4-BE49-F238E27FC236}">
                <a16:creationId xmlns:a16="http://schemas.microsoft.com/office/drawing/2014/main" id="{6338C6DA-24AC-48C6-9800-B8C07F32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42291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omponent-513">
            <a:extLst xmlns:a="http://schemas.openxmlformats.org/drawingml/2006/main">
              <a:ext uri="{FF2B5EF4-FFF2-40B4-BE49-F238E27FC236}">
                <a16:creationId xmlns:a16="http://schemas.microsoft.com/office/drawing/2014/main" id="{FD98B03A-D5D7-4090-AE18-58205650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910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mponent-514">
            <a:extLst xmlns:a="http://schemas.openxmlformats.org/drawingml/2006/main">
              <a:ext uri="{FF2B5EF4-FFF2-40B4-BE49-F238E27FC236}">
                <a16:creationId xmlns:a16="http://schemas.microsoft.com/office/drawing/2014/main" id="{FF7FE3E6-F1EA-427B-AC10-4B7976FE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200" y="45910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omponent-515">
            <a:extLst xmlns:a="http://schemas.openxmlformats.org/drawingml/2006/main">
              <a:ext uri="{FF2B5EF4-FFF2-40B4-BE49-F238E27FC236}">
                <a16:creationId xmlns:a16="http://schemas.microsoft.com/office/drawing/2014/main" id="{F99DA4D5-98A8-4018-B268-AD941214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45910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omponent-516">
            <a:extLst xmlns:a="http://schemas.openxmlformats.org/drawingml/2006/main">
              <a:ext uri="{FF2B5EF4-FFF2-40B4-BE49-F238E27FC236}">
                <a16:creationId xmlns:a16="http://schemas.microsoft.com/office/drawing/2014/main" id="{B84906DE-535D-437C-AA85-5CEEB522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76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mponent-517">
            <a:extLst xmlns:a="http://schemas.openxmlformats.org/drawingml/2006/main">
              <a:ext uri="{FF2B5EF4-FFF2-40B4-BE49-F238E27FC236}">
                <a16:creationId xmlns:a16="http://schemas.microsoft.com/office/drawing/2014/main" id="{8F7335D4-A752-45C9-9BBE-0D04AABF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38800"/>
            <a:ext cx="2895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Daily room occupancy</a:t>
            </a:r>
          </a:p>
        </p:txBody>
      </p:sp>
      <p:sp>
        <p:nvSpPr>
          <p:cNvPr id="51" name="component-518">
            <a:extLst xmlns:a="http://schemas.openxmlformats.org/drawingml/2006/main">
              <a:ext uri="{FF2B5EF4-FFF2-40B4-BE49-F238E27FC236}">
                <a16:creationId xmlns:a16="http://schemas.microsoft.com/office/drawing/2014/main" id="{648E7195-A377-4029-9A1C-27561487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248400"/>
            <a:ext cx="28956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mponent-519">
            <a:extLst xmlns:a="http://schemas.openxmlformats.org/drawingml/2006/main">
              <a:ext uri="{FF2B5EF4-FFF2-40B4-BE49-F238E27FC236}">
                <a16:creationId xmlns:a16="http://schemas.microsoft.com/office/drawing/2014/main" id="{1115B28E-513A-44B4-8735-F33FAE4A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8650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7B77"/>
                </a:solidFill>
                <a:latin typeface="Arial"/>
                <a:ea typeface="Arial"/>
                <a:cs typeface="Arial"/>
              </a:rPr>
              <a:t>Unlock condition TBD</a:t>
            </a:r>
          </a:p>
        </p:txBody>
      </p:sp>
      <p:sp>
        <p:nvSpPr>
          <p:cNvPr id="53" name="component-520">
            <a:extLst xmlns:a="http://schemas.openxmlformats.org/drawingml/2006/main">
              <a:ext uri="{FF2B5EF4-FFF2-40B4-BE49-F238E27FC236}">
                <a16:creationId xmlns:a16="http://schemas.microsoft.com/office/drawing/2014/main" id="{0BE5F49A-2838-46AD-B2E5-C4E70602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7543800"/>
            <a:ext cx="2895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omponent-521">
            <a:extLst xmlns:a="http://schemas.openxmlformats.org/drawingml/2006/main">
              <a:ext uri="{FF2B5EF4-FFF2-40B4-BE49-F238E27FC236}">
                <a16:creationId xmlns:a16="http://schemas.microsoft.com/office/drawing/2014/main" id="{3000BEC7-96E1-4457-A190-B5368679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620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B77"/>
                </a:solidFill>
                <a:latin typeface="Arial"/>
                <a:ea typeface="Arial"/>
                <a:cs typeface="Arial"/>
              </a:rPr>
              <a:t>Locked</a:t>
            </a:r>
          </a:p>
        </p:txBody>
      </p:sp>
      <p:sp>
        <p:nvSpPr>
          <p:cNvPr id="55" name="component-522">
            <a:extLst xmlns:a="http://schemas.openxmlformats.org/drawingml/2006/main">
              <a:ext uri="{FF2B5EF4-FFF2-40B4-BE49-F238E27FC236}">
                <a16:creationId xmlns:a16="http://schemas.microsoft.com/office/drawing/2014/main" id="{6C436EF3-ED5F-43D0-907E-63E80F4F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3352800" cy="64770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56" name="component-523">
            <a:extLst xmlns:a="http://schemas.openxmlformats.org/drawingml/2006/main">
              <a:ext uri="{FF2B5EF4-FFF2-40B4-BE49-F238E27FC236}">
                <a16:creationId xmlns:a16="http://schemas.microsoft.com/office/drawing/2014/main" id="{A5A9323A-F49E-43A8-9922-31D3F760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2895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Office</a:t>
            </a:r>
          </a:p>
        </p:txBody>
      </p:sp>
      <p:sp>
        <p:nvSpPr>
          <p:cNvPr id="57" name="component-524">
            <a:extLst xmlns:a="http://schemas.openxmlformats.org/drawingml/2006/main">
              <a:ext uri="{FF2B5EF4-FFF2-40B4-BE49-F238E27FC236}">
                <a16:creationId xmlns:a16="http://schemas.microsoft.com/office/drawing/2014/main" id="{C6D6034A-01F2-449A-99CF-EE7A47EB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mponent-525">
            <a:extLst xmlns:a="http://schemas.openxmlformats.org/drawingml/2006/main">
              <a:ext uri="{FF2B5EF4-FFF2-40B4-BE49-F238E27FC236}">
                <a16:creationId xmlns:a16="http://schemas.microsoft.com/office/drawing/2014/main" id="{3DACFA8C-FCB9-46B6-97F8-DA91A1A2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48000"/>
            <a:ext cx="1828800" cy="2057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59" name="component-526">
            <a:extLst xmlns:a="http://schemas.openxmlformats.org/drawingml/2006/main">
              <a:ext uri="{FF2B5EF4-FFF2-40B4-BE49-F238E27FC236}">
                <a16:creationId xmlns:a16="http://schemas.microsoft.com/office/drawing/2014/main" id="{1A57CFF7-6381-4BB4-A37A-0DFB3866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component-527">
            <a:extLst xmlns:a="http://schemas.openxmlformats.org/drawingml/2006/main">
              <a:ext uri="{FF2B5EF4-FFF2-40B4-BE49-F238E27FC236}">
                <a16:creationId xmlns:a16="http://schemas.microsoft.com/office/drawing/2014/main" id="{B1578D3C-6508-42C6-8452-E090E525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OFFICE</a:t>
            </a:r>
          </a:p>
        </p:txBody>
      </p:sp>
      <p:sp>
        <p:nvSpPr>
          <p:cNvPr id="61" name="component-528">
            <a:extLst xmlns:a="http://schemas.openxmlformats.org/drawingml/2006/main">
              <a:ext uri="{FF2B5EF4-FFF2-40B4-BE49-F238E27FC236}">
                <a16:creationId xmlns:a16="http://schemas.microsoft.com/office/drawing/2014/main" id="{DCD9964D-D88A-49C3-A4EA-D3C50956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052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component-529">
            <a:extLst xmlns:a="http://schemas.openxmlformats.org/drawingml/2006/main">
              <a:ext uri="{FF2B5EF4-FFF2-40B4-BE49-F238E27FC236}">
                <a16:creationId xmlns:a16="http://schemas.microsoft.com/office/drawing/2014/main" id="{D3AEB9E3-F92F-41ED-810C-6D83230D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5052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component-530">
            <a:extLst xmlns:a="http://schemas.openxmlformats.org/drawingml/2006/main">
              <a:ext uri="{FF2B5EF4-FFF2-40B4-BE49-F238E27FC236}">
                <a16:creationId xmlns:a16="http://schemas.microsoft.com/office/drawing/2014/main" id="{800AC29F-2C89-4AA6-A57B-8B3C65C7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800" y="35052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component-531">
            <a:extLst xmlns:a="http://schemas.openxmlformats.org/drawingml/2006/main">
              <a:ext uri="{FF2B5EF4-FFF2-40B4-BE49-F238E27FC236}">
                <a16:creationId xmlns:a16="http://schemas.microsoft.com/office/drawing/2014/main" id="{B7899872-51AD-47CA-8EF9-B59DB706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component-532">
            <a:extLst xmlns:a="http://schemas.openxmlformats.org/drawingml/2006/main">
              <a:ext uri="{FF2B5EF4-FFF2-40B4-BE49-F238E27FC236}">
                <a16:creationId xmlns:a16="http://schemas.microsoft.com/office/drawing/2014/main" id="{032338EB-A1C1-47A9-9A7B-144767FF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8671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component-533">
            <a:extLst xmlns:a="http://schemas.openxmlformats.org/drawingml/2006/main">
              <a:ext uri="{FF2B5EF4-FFF2-40B4-BE49-F238E27FC236}">
                <a16:creationId xmlns:a16="http://schemas.microsoft.com/office/drawing/2014/main" id="{69218762-7FC5-456B-BBF2-ADCDFCF6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800" y="38671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component-534">
            <a:extLst xmlns:a="http://schemas.openxmlformats.org/drawingml/2006/main">
              <a:ext uri="{FF2B5EF4-FFF2-40B4-BE49-F238E27FC236}">
                <a16:creationId xmlns:a16="http://schemas.microsoft.com/office/drawing/2014/main" id="{2325BFAA-2677-49A9-A8B6-66E4373B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291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component-535">
            <a:extLst xmlns:a="http://schemas.openxmlformats.org/drawingml/2006/main">
              <a:ext uri="{FF2B5EF4-FFF2-40B4-BE49-F238E27FC236}">
                <a16:creationId xmlns:a16="http://schemas.microsoft.com/office/drawing/2014/main" id="{ABDBFB7F-FC92-4B52-ADCA-4BD5D0D4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2291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component-536">
            <a:extLst xmlns:a="http://schemas.openxmlformats.org/drawingml/2006/main">
              <a:ext uri="{FF2B5EF4-FFF2-40B4-BE49-F238E27FC236}">
                <a16:creationId xmlns:a16="http://schemas.microsoft.com/office/drawing/2014/main" id="{57F8B4DC-E8B3-42BB-998B-0F35D089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800" y="422910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component-537">
            <a:extLst xmlns:a="http://schemas.openxmlformats.org/drawingml/2006/main">
              <a:ext uri="{FF2B5EF4-FFF2-40B4-BE49-F238E27FC236}">
                <a16:creationId xmlns:a16="http://schemas.microsoft.com/office/drawing/2014/main" id="{30A51C7B-D510-47EA-84F8-AAEAB931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910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component-538">
            <a:extLst xmlns:a="http://schemas.openxmlformats.org/drawingml/2006/main">
              <a:ext uri="{FF2B5EF4-FFF2-40B4-BE49-F238E27FC236}">
                <a16:creationId xmlns:a16="http://schemas.microsoft.com/office/drawing/2014/main" id="{F12A79AD-F8DE-439D-8FD0-DAE43EB5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5910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component-539">
            <a:extLst xmlns:a="http://schemas.openxmlformats.org/drawingml/2006/main">
              <a:ext uri="{FF2B5EF4-FFF2-40B4-BE49-F238E27FC236}">
                <a16:creationId xmlns:a16="http://schemas.microsoft.com/office/drawing/2014/main" id="{AF55315F-E398-4F73-BF2D-3222B448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800" y="4591050"/>
            <a:ext cx="43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component-540">
            <a:extLst xmlns:a="http://schemas.openxmlformats.org/drawingml/2006/main">
              <a:ext uri="{FF2B5EF4-FFF2-40B4-BE49-F238E27FC236}">
                <a16:creationId xmlns:a16="http://schemas.microsoft.com/office/drawing/2014/main" id="{B78779C7-07A4-4928-885F-5B4F0B90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76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component-541">
            <a:extLst xmlns:a="http://schemas.openxmlformats.org/drawingml/2006/main">
              <a:ext uri="{FF2B5EF4-FFF2-40B4-BE49-F238E27FC236}">
                <a16:creationId xmlns:a16="http://schemas.microsoft.com/office/drawing/2014/main" id="{D58B2101-DD07-4EEF-9208-3E22DC9B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38800"/>
            <a:ext cx="2895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Whole-floor leases</a:t>
            </a:r>
          </a:p>
        </p:txBody>
      </p:sp>
      <p:sp>
        <p:nvSpPr>
          <p:cNvPr id="75" name="component-542">
            <a:extLst xmlns:a="http://schemas.openxmlformats.org/drawingml/2006/main">
              <a:ext uri="{FF2B5EF4-FFF2-40B4-BE49-F238E27FC236}">
                <a16:creationId xmlns:a16="http://schemas.microsoft.com/office/drawing/2014/main" id="{F1DA833C-B549-4742-A670-EC65E7D9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248400"/>
            <a:ext cx="28956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component-543">
            <a:extLst xmlns:a="http://schemas.openxmlformats.org/drawingml/2006/main">
              <a:ext uri="{FF2B5EF4-FFF2-40B4-BE49-F238E27FC236}">
                <a16:creationId xmlns:a16="http://schemas.microsoft.com/office/drawing/2014/main" id="{85169959-404B-446F-8E2D-2A05F5A0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8650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7563"/>
                </a:solidFill>
                <a:latin typeface="Arial"/>
                <a:ea typeface="Arial"/>
                <a:cs typeface="Arial"/>
              </a:rPr>
              <a:t>Available</a:t>
            </a:r>
          </a:p>
        </p:txBody>
      </p:sp>
      <p:sp>
        <p:nvSpPr>
          <p:cNvPr id="77" name="component-544">
            <a:extLst xmlns:a="http://schemas.openxmlformats.org/drawingml/2006/main">
              <a:ext uri="{FF2B5EF4-FFF2-40B4-BE49-F238E27FC236}">
                <a16:creationId xmlns:a16="http://schemas.microsoft.com/office/drawing/2014/main" id="{9DBFDEB0-BDF4-4457-A130-2B904339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543800"/>
            <a:ext cx="2895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component-545">
            <a:extLst xmlns:a="http://schemas.openxmlformats.org/drawingml/2006/main">
              <a:ext uri="{FF2B5EF4-FFF2-40B4-BE49-F238E27FC236}">
                <a16:creationId xmlns:a16="http://schemas.microsoft.com/office/drawing/2014/main" id="{0F05DFF5-364D-4CD5-8B20-F1AF7B2C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620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79" name="component-546">
            <a:extLst xmlns:a="http://schemas.openxmlformats.org/drawingml/2006/main">
              <a:ext uri="{FF2B5EF4-FFF2-40B4-BE49-F238E27FC236}">
                <a16:creationId xmlns:a16="http://schemas.microsoft.com/office/drawing/2014/main" id="{C8F046A9-C714-4598-9567-CE435529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95500"/>
            <a:ext cx="3352800" cy="64770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0" name="component-547">
            <a:extLst xmlns:a="http://schemas.openxmlformats.org/drawingml/2006/main">
              <a:ext uri="{FF2B5EF4-FFF2-40B4-BE49-F238E27FC236}">
                <a16:creationId xmlns:a16="http://schemas.microsoft.com/office/drawing/2014/main" id="{F72CF036-93A5-4D2E-8E61-9A81E840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86000"/>
            <a:ext cx="2895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Food court</a:t>
            </a:r>
          </a:p>
        </p:txBody>
      </p:sp>
      <p:sp>
        <p:nvSpPr>
          <p:cNvPr id="81" name="component-548">
            <a:extLst xmlns:a="http://schemas.openxmlformats.org/drawingml/2006/main">
              <a:ext uri="{FF2B5EF4-FFF2-40B4-BE49-F238E27FC236}">
                <a16:creationId xmlns:a16="http://schemas.microsoft.com/office/drawing/2014/main" id="{2ACDBE2A-8ED0-4932-8FE4-09625385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7241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component-549">
            <a:extLst xmlns:a="http://schemas.openxmlformats.org/drawingml/2006/main">
              <a:ext uri="{FF2B5EF4-FFF2-40B4-BE49-F238E27FC236}">
                <a16:creationId xmlns:a16="http://schemas.microsoft.com/office/drawing/2014/main" id="{B05C2494-6331-4C90-AC3A-5220BC06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048000"/>
            <a:ext cx="1828800" cy="20574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83" name="component-550">
            <a:extLst xmlns:a="http://schemas.openxmlformats.org/drawingml/2006/main">
              <a:ext uri="{FF2B5EF4-FFF2-40B4-BE49-F238E27FC236}">
                <a16:creationId xmlns:a16="http://schemas.microsoft.com/office/drawing/2014/main" id="{8BEFBFE8-F8CD-4241-A01B-9101F894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1242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component-551">
            <a:extLst xmlns:a="http://schemas.openxmlformats.org/drawingml/2006/main">
              <a:ext uri="{FF2B5EF4-FFF2-40B4-BE49-F238E27FC236}">
                <a16:creationId xmlns:a16="http://schemas.microsoft.com/office/drawing/2014/main" id="{5A211AC5-DF53-4E36-A3BA-C52249BD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1242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F&amp;B</a:t>
            </a:r>
          </a:p>
        </p:txBody>
      </p:sp>
      <p:sp>
        <p:nvSpPr>
          <p:cNvPr id="85" name="component-552">
            <a:extLst xmlns:a="http://schemas.openxmlformats.org/drawingml/2006/main">
              <a:ext uri="{FF2B5EF4-FFF2-40B4-BE49-F238E27FC236}">
                <a16:creationId xmlns:a16="http://schemas.microsoft.com/office/drawing/2014/main" id="{6EBC883D-8F1F-44DE-9E0E-99AD120B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505200"/>
            <a:ext cx="431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mponent-553">
            <a:extLst xmlns:a="http://schemas.openxmlformats.org/drawingml/2006/main">
              <a:ext uri="{FF2B5EF4-FFF2-40B4-BE49-F238E27FC236}">
                <a16:creationId xmlns:a16="http://schemas.microsoft.com/office/drawing/2014/main" id="{5A73805C-8E06-41AB-9FE6-575DEE24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2400" y="3505200"/>
            <a:ext cx="431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component-554">
            <a:extLst xmlns:a="http://schemas.openxmlformats.org/drawingml/2006/main">
              <a:ext uri="{FF2B5EF4-FFF2-40B4-BE49-F238E27FC236}">
                <a16:creationId xmlns:a16="http://schemas.microsoft.com/office/drawing/2014/main" id="{CEA62ACF-81F8-4B53-BD2A-EF84B2AF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0400" y="3505200"/>
            <a:ext cx="431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component-555">
            <a:extLst xmlns:a="http://schemas.openxmlformats.org/drawingml/2006/main">
              <a:ext uri="{FF2B5EF4-FFF2-40B4-BE49-F238E27FC236}">
                <a16:creationId xmlns:a16="http://schemas.microsoft.com/office/drawing/2014/main" id="{27DA1BE9-ABA6-4B2C-805A-99BD854F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229100"/>
            <a:ext cx="431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component-556">
            <a:extLst xmlns:a="http://schemas.openxmlformats.org/drawingml/2006/main">
              <a:ext uri="{FF2B5EF4-FFF2-40B4-BE49-F238E27FC236}">
                <a16:creationId xmlns:a16="http://schemas.microsoft.com/office/drawing/2014/main" id="{45DDF6DE-9257-4749-9538-AAB14162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2400" y="4229100"/>
            <a:ext cx="431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component-557">
            <a:extLst xmlns:a="http://schemas.openxmlformats.org/drawingml/2006/main">
              <a:ext uri="{FF2B5EF4-FFF2-40B4-BE49-F238E27FC236}">
                <a16:creationId xmlns:a16="http://schemas.microsoft.com/office/drawing/2014/main" id="{746AD58C-FEF1-44E1-8213-BEFE59DB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0400" y="4229100"/>
            <a:ext cx="431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component-558">
            <a:extLst xmlns:a="http://schemas.openxmlformats.org/drawingml/2006/main">
              <a:ext uri="{FF2B5EF4-FFF2-40B4-BE49-F238E27FC236}">
                <a16:creationId xmlns:a16="http://schemas.microsoft.com/office/drawing/2014/main" id="{64A0601F-6B2D-4C7A-A55E-AC0CB6E9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4876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component-559">
            <a:extLst xmlns:a="http://schemas.openxmlformats.org/drawingml/2006/main">
              <a:ext uri="{FF2B5EF4-FFF2-40B4-BE49-F238E27FC236}">
                <a16:creationId xmlns:a16="http://schemas.microsoft.com/office/drawing/2014/main" id="{FF7592AA-B84E-4AC7-B9AC-D733C0E7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638800"/>
            <a:ext cx="2895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Daily customer sales</a:t>
            </a:r>
          </a:p>
        </p:txBody>
      </p:sp>
      <p:sp>
        <p:nvSpPr>
          <p:cNvPr id="93" name="component-560">
            <a:extLst xmlns:a="http://schemas.openxmlformats.org/drawingml/2006/main">
              <a:ext uri="{FF2B5EF4-FFF2-40B4-BE49-F238E27FC236}">
                <a16:creationId xmlns:a16="http://schemas.microsoft.com/office/drawing/2014/main" id="{39C96CA6-3AB2-4BE7-86C1-112DFBF2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248400"/>
            <a:ext cx="28956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component-561">
            <a:extLst xmlns:a="http://schemas.openxmlformats.org/drawingml/2006/main">
              <a:ext uri="{FF2B5EF4-FFF2-40B4-BE49-F238E27FC236}">
                <a16:creationId xmlns:a16="http://schemas.microsoft.com/office/drawing/2014/main" id="{2512625E-3E14-4751-8FEB-4E5270E0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28650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7563"/>
                </a:solidFill>
                <a:latin typeface="Arial"/>
                <a:ea typeface="Arial"/>
                <a:cs typeface="Arial"/>
              </a:rPr>
              <a:t>Available</a:t>
            </a:r>
          </a:p>
        </p:txBody>
      </p:sp>
      <p:sp>
        <p:nvSpPr>
          <p:cNvPr id="95" name="component-562">
            <a:extLst xmlns:a="http://schemas.openxmlformats.org/drawingml/2006/main">
              <a:ext uri="{FF2B5EF4-FFF2-40B4-BE49-F238E27FC236}">
                <a16:creationId xmlns:a16="http://schemas.microsoft.com/office/drawing/2014/main" id="{E2E17AE7-AAE4-4699-B350-A67A0A4D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7543800"/>
            <a:ext cx="2895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component-563">
            <a:extLst xmlns:a="http://schemas.openxmlformats.org/drawingml/2006/main">
              <a:ext uri="{FF2B5EF4-FFF2-40B4-BE49-F238E27FC236}">
                <a16:creationId xmlns:a16="http://schemas.microsoft.com/office/drawing/2014/main" id="{4B1854CB-2AC2-4DB2-A1C0-9F72A4BA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7620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</p:spTree>
    <p:extLst>
      <p:ext uri="{BB962C8B-B14F-4D97-AF65-F5344CB8AC3E}">
        <p14:creationId xmlns:p14="http://schemas.microsoft.com/office/powerpoint/2010/main" val="10191842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9C805A6-E5A8-4A0A-9CDD-4911D0C511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b340300a14422"/>
          <a:stretch xmlns:a="http://schemas.openxmlformats.org/drawingml/2006/main"/>
        </p:blipFill>
        <p:spPr>
          <a:xfrm xmlns:a="http://schemas.openxmlformats.org/drawingml/2006/main">
            <a:off x="457200" y="304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component-564">
            <a:extLst xmlns:a="http://schemas.openxmlformats.org/drawingml/2006/main">
              <a:ext uri="{FF2B5EF4-FFF2-40B4-BE49-F238E27FC236}">
                <a16:creationId xmlns:a16="http://schemas.microsoft.com/office/drawing/2014/main" id="{8AF6ADC8-1D2C-46DF-9799-9B2E64F6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7620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Management Tycoon</a:t>
            </a:r>
          </a:p>
        </p:txBody>
      </p:sp>
      <p:sp>
        <p:nvSpPr>
          <p:cNvPr id="3" name="component-565">
            <a:extLst xmlns:a="http://schemas.openxmlformats.org/drawingml/2006/main">
              <a:ext uri="{FF2B5EF4-FFF2-40B4-BE49-F238E27FC236}">
                <a16:creationId xmlns:a16="http://schemas.microsoft.com/office/drawing/2014/main" id="{1E43B7DB-6576-4518-ABD6-26874FE8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1000"/>
            <a:ext cx="1219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08 / 16</a:t>
            </a:r>
          </a:p>
        </p:txBody>
      </p:sp>
      <p:sp>
        <p:nvSpPr>
          <p:cNvPr id="4" name="component-566">
            <a:extLst xmlns:a="http://schemas.openxmlformats.org/drawingml/2006/main">
              <a:ext uri="{FF2B5EF4-FFF2-40B4-BE49-F238E27FC236}">
                <a16:creationId xmlns:a16="http://schemas.microsoft.com/office/drawing/2014/main" id="{E541E41A-B0B2-4347-A264-2E2C75B4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onent-567">
            <a:extLst xmlns:a="http://schemas.openxmlformats.org/drawingml/2006/main">
              <a:ext uri="{FF2B5EF4-FFF2-40B4-BE49-F238E27FC236}">
                <a16:creationId xmlns:a16="http://schemas.microsoft.com/office/drawing/2014/main" id="{E33DDF20-521D-4832-B3C9-1C6203E6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08 · Land footprint</a:t>
            </a:r>
          </a:p>
        </p:txBody>
      </p:sp>
      <p:sp>
        <p:nvSpPr>
          <p:cNvPr id="6" name="component-568">
            <a:extLst xmlns:a="http://schemas.openxmlformats.org/drawingml/2006/main">
              <a:ext uri="{FF2B5EF4-FFF2-40B4-BE49-F238E27FC236}">
                <a16:creationId xmlns:a16="http://schemas.microsoft.com/office/drawing/2014/main" id="{920EC715-8BC4-4648-9BA3-2042D3AA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11430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Design reference. Sample values are illustrative.</a:t>
            </a:r>
          </a:p>
        </p:txBody>
      </p:sp>
      <p:sp>
        <p:nvSpPr>
          <p:cNvPr id="7" name="component-569">
            <a:extLst xmlns:a="http://schemas.openxmlformats.org/drawingml/2006/main">
              <a:ext uri="{FF2B5EF4-FFF2-40B4-BE49-F238E27FC236}">
                <a16:creationId xmlns:a16="http://schemas.microsoft.com/office/drawing/2014/main" id="{9460E89E-C683-41A2-9BC8-6BE9D5E2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9448800" cy="64770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" name="component-570">
            <a:extLst xmlns:a="http://schemas.openxmlformats.org/drawingml/2006/main">
              <a:ext uri="{FF2B5EF4-FFF2-40B4-BE49-F238E27FC236}">
                <a16:creationId xmlns:a16="http://schemas.microsoft.com/office/drawing/2014/main" id="{69E9BCC1-FD86-4EE6-8FBC-F47F4158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991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Draw the footprint</a:t>
            </a:r>
          </a:p>
        </p:txBody>
      </p:sp>
      <p:sp>
        <p:nvSpPr>
          <p:cNvPr id="9" name="component-571">
            <a:extLst xmlns:a="http://schemas.openxmlformats.org/drawingml/2006/main">
              <a:ext uri="{FF2B5EF4-FFF2-40B4-BE49-F238E27FC236}">
                <a16:creationId xmlns:a16="http://schemas.microsoft.com/office/drawing/2014/main" id="{060D5126-759A-4AC5-81B6-FF554290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onent-572">
            <a:extLst xmlns:a="http://schemas.openxmlformats.org/drawingml/2006/main">
              <a:ext uri="{FF2B5EF4-FFF2-40B4-BE49-F238E27FC236}">
                <a16:creationId xmlns:a16="http://schemas.microsoft.com/office/drawing/2014/main" id="{6902B516-5893-4FB9-8D53-45090F2B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1" name="component-573">
            <a:extLst xmlns:a="http://schemas.openxmlformats.org/drawingml/2006/main">
              <a:ext uri="{FF2B5EF4-FFF2-40B4-BE49-F238E27FC236}">
                <a16:creationId xmlns:a16="http://schemas.microsoft.com/office/drawing/2014/main" id="{79C4F3CD-5BE6-4F01-9FF5-2746DD56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480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2" name="component-574">
            <a:extLst xmlns:a="http://schemas.openxmlformats.org/drawingml/2006/main">
              <a:ext uri="{FF2B5EF4-FFF2-40B4-BE49-F238E27FC236}">
                <a16:creationId xmlns:a16="http://schemas.microsoft.com/office/drawing/2014/main" id="{FADD1B78-F2A9-4399-BE05-1BD31484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3" name="component-575">
            <a:extLst xmlns:a="http://schemas.openxmlformats.org/drawingml/2006/main">
              <a:ext uri="{FF2B5EF4-FFF2-40B4-BE49-F238E27FC236}">
                <a16:creationId xmlns:a16="http://schemas.microsoft.com/office/drawing/2014/main" id="{C9A1CDBB-C552-4CE1-906C-6F00E11E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480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4" name="component-576">
            <a:extLst xmlns:a="http://schemas.openxmlformats.org/drawingml/2006/main">
              <a:ext uri="{FF2B5EF4-FFF2-40B4-BE49-F238E27FC236}">
                <a16:creationId xmlns:a16="http://schemas.microsoft.com/office/drawing/2014/main" id="{5DE32E13-5F2F-4E3C-9E0F-22591DCA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480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5" name="component-577">
            <a:extLst xmlns:a="http://schemas.openxmlformats.org/drawingml/2006/main">
              <a:ext uri="{FF2B5EF4-FFF2-40B4-BE49-F238E27FC236}">
                <a16:creationId xmlns:a16="http://schemas.microsoft.com/office/drawing/2014/main" id="{0D105C79-4298-4C50-82DC-56F210E9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6" name="component-578">
            <a:extLst xmlns:a="http://schemas.openxmlformats.org/drawingml/2006/main">
              <a:ext uri="{FF2B5EF4-FFF2-40B4-BE49-F238E27FC236}">
                <a16:creationId xmlns:a16="http://schemas.microsoft.com/office/drawing/2014/main" id="{9A49E5E0-AA26-4F7B-B478-4A0003FB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480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7" name="component-579">
            <a:extLst xmlns:a="http://schemas.openxmlformats.org/drawingml/2006/main">
              <a:ext uri="{FF2B5EF4-FFF2-40B4-BE49-F238E27FC236}">
                <a16:creationId xmlns:a16="http://schemas.microsoft.com/office/drawing/2014/main" id="{C9687AA9-A75B-46F1-ABA4-E3A0C65B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8" name="component-580">
            <a:extLst xmlns:a="http://schemas.openxmlformats.org/drawingml/2006/main">
              <a:ext uri="{FF2B5EF4-FFF2-40B4-BE49-F238E27FC236}">
                <a16:creationId xmlns:a16="http://schemas.microsoft.com/office/drawing/2014/main" id="{107AC73A-952E-44BE-867B-350B1015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9" name="component-581">
            <a:extLst xmlns:a="http://schemas.openxmlformats.org/drawingml/2006/main">
              <a:ext uri="{FF2B5EF4-FFF2-40B4-BE49-F238E27FC236}">
                <a16:creationId xmlns:a16="http://schemas.microsoft.com/office/drawing/2014/main" id="{DEA9568F-0E25-400F-87E5-161C6F12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148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0" name="component-582">
            <a:extLst xmlns:a="http://schemas.openxmlformats.org/drawingml/2006/main">
              <a:ext uri="{FF2B5EF4-FFF2-40B4-BE49-F238E27FC236}">
                <a16:creationId xmlns:a16="http://schemas.microsoft.com/office/drawing/2014/main" id="{9BA6D366-3278-42DB-9CF8-EB581386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148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1" name="component-583">
            <a:extLst xmlns:a="http://schemas.openxmlformats.org/drawingml/2006/main">
              <a:ext uri="{FF2B5EF4-FFF2-40B4-BE49-F238E27FC236}">
                <a16:creationId xmlns:a16="http://schemas.microsoft.com/office/drawing/2014/main" id="{D6AE7BAA-AF2A-49DF-A85E-2BAE330D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148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2" name="component-584">
            <a:extLst xmlns:a="http://schemas.openxmlformats.org/drawingml/2006/main">
              <a:ext uri="{FF2B5EF4-FFF2-40B4-BE49-F238E27FC236}">
                <a16:creationId xmlns:a16="http://schemas.microsoft.com/office/drawing/2014/main" id="{AA91D24F-FD8B-4DEB-9064-FDADC0DA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148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3" name="component-585">
            <a:extLst xmlns:a="http://schemas.openxmlformats.org/drawingml/2006/main">
              <a:ext uri="{FF2B5EF4-FFF2-40B4-BE49-F238E27FC236}">
                <a16:creationId xmlns:a16="http://schemas.microsoft.com/office/drawing/2014/main" id="{47FA336F-0348-46D3-B0B0-484AA3FB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4" name="component-586">
            <a:extLst xmlns:a="http://schemas.openxmlformats.org/drawingml/2006/main">
              <a:ext uri="{FF2B5EF4-FFF2-40B4-BE49-F238E27FC236}">
                <a16:creationId xmlns:a16="http://schemas.microsoft.com/office/drawing/2014/main" id="{40168AAE-DAC7-4557-9776-4B83870A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148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5" name="component-587">
            <a:extLst xmlns:a="http://schemas.openxmlformats.org/drawingml/2006/main">
              <a:ext uri="{FF2B5EF4-FFF2-40B4-BE49-F238E27FC236}">
                <a16:creationId xmlns:a16="http://schemas.microsoft.com/office/drawing/2014/main" id="{01125030-97B5-4DD9-89FE-3B1A8EB6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6" name="component-588">
            <a:extLst xmlns:a="http://schemas.openxmlformats.org/drawingml/2006/main">
              <a:ext uri="{FF2B5EF4-FFF2-40B4-BE49-F238E27FC236}">
                <a16:creationId xmlns:a16="http://schemas.microsoft.com/office/drawing/2014/main" id="{95515FA8-B368-42E0-9FB4-4C4BFE9F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7" name="component-589">
            <a:extLst xmlns:a="http://schemas.openxmlformats.org/drawingml/2006/main">
              <a:ext uri="{FF2B5EF4-FFF2-40B4-BE49-F238E27FC236}">
                <a16:creationId xmlns:a16="http://schemas.microsoft.com/office/drawing/2014/main" id="{7CA88F0C-2447-4278-977C-8A7B2326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816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8" name="component-590">
            <a:extLst xmlns:a="http://schemas.openxmlformats.org/drawingml/2006/main">
              <a:ext uri="{FF2B5EF4-FFF2-40B4-BE49-F238E27FC236}">
                <a16:creationId xmlns:a16="http://schemas.microsoft.com/office/drawing/2014/main" id="{8B1F9980-BF69-4C40-80C5-7A5B1F1D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816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9" name="component-591">
            <a:extLst xmlns:a="http://schemas.openxmlformats.org/drawingml/2006/main">
              <a:ext uri="{FF2B5EF4-FFF2-40B4-BE49-F238E27FC236}">
                <a16:creationId xmlns:a16="http://schemas.microsoft.com/office/drawing/2014/main" id="{202D3CCB-1F9B-40AE-93C3-97E8854C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816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0" name="component-592">
            <a:extLst xmlns:a="http://schemas.openxmlformats.org/drawingml/2006/main">
              <a:ext uri="{FF2B5EF4-FFF2-40B4-BE49-F238E27FC236}">
                <a16:creationId xmlns:a16="http://schemas.microsoft.com/office/drawing/2014/main" id="{97F77243-2A3F-4A0D-A995-D8CEC85E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816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1" name="component-593">
            <a:extLst xmlns:a="http://schemas.openxmlformats.org/drawingml/2006/main">
              <a:ext uri="{FF2B5EF4-FFF2-40B4-BE49-F238E27FC236}">
                <a16:creationId xmlns:a16="http://schemas.microsoft.com/office/drawing/2014/main" id="{555555AE-E3B6-4607-B119-55CCEAF9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816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2" name="component-594">
            <a:extLst xmlns:a="http://schemas.openxmlformats.org/drawingml/2006/main">
              <a:ext uri="{FF2B5EF4-FFF2-40B4-BE49-F238E27FC236}">
                <a16:creationId xmlns:a16="http://schemas.microsoft.com/office/drawing/2014/main" id="{2D0E2C86-C02A-4044-BC0E-FAE1D430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816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3" name="component-595">
            <a:extLst xmlns:a="http://schemas.openxmlformats.org/drawingml/2006/main">
              <a:ext uri="{FF2B5EF4-FFF2-40B4-BE49-F238E27FC236}">
                <a16:creationId xmlns:a16="http://schemas.microsoft.com/office/drawing/2014/main" id="{99725981-9615-49F8-8139-FE06B930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816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4" name="component-596">
            <a:extLst xmlns:a="http://schemas.openxmlformats.org/drawingml/2006/main">
              <a:ext uri="{FF2B5EF4-FFF2-40B4-BE49-F238E27FC236}">
                <a16:creationId xmlns:a16="http://schemas.microsoft.com/office/drawing/2014/main" id="{42FF0362-8279-4516-908A-A81D7A93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5" name="component-597">
            <a:extLst xmlns:a="http://schemas.openxmlformats.org/drawingml/2006/main">
              <a:ext uri="{FF2B5EF4-FFF2-40B4-BE49-F238E27FC236}">
                <a16:creationId xmlns:a16="http://schemas.microsoft.com/office/drawing/2014/main" id="{0CB58B10-9AFA-4677-97BA-B1D36BDD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2484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6" name="component-598">
            <a:extLst xmlns:a="http://schemas.openxmlformats.org/drawingml/2006/main">
              <a:ext uri="{FF2B5EF4-FFF2-40B4-BE49-F238E27FC236}">
                <a16:creationId xmlns:a16="http://schemas.microsoft.com/office/drawing/2014/main" id="{87F3A4F5-2D63-4B86-A4EB-54F94E37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2484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7" name="component-599">
            <a:extLst xmlns:a="http://schemas.openxmlformats.org/drawingml/2006/main">
              <a:ext uri="{FF2B5EF4-FFF2-40B4-BE49-F238E27FC236}">
                <a16:creationId xmlns:a16="http://schemas.microsoft.com/office/drawing/2014/main" id="{850782AC-0DB0-490A-A887-2DEA80AC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2484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8" name="component-600">
            <a:extLst xmlns:a="http://schemas.openxmlformats.org/drawingml/2006/main">
              <a:ext uri="{FF2B5EF4-FFF2-40B4-BE49-F238E27FC236}">
                <a16:creationId xmlns:a16="http://schemas.microsoft.com/office/drawing/2014/main" id="{B60E574D-B0E3-4E1F-B2C6-00D98210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2484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9" name="component-601">
            <a:extLst xmlns:a="http://schemas.openxmlformats.org/drawingml/2006/main">
              <a:ext uri="{FF2B5EF4-FFF2-40B4-BE49-F238E27FC236}">
                <a16:creationId xmlns:a16="http://schemas.microsoft.com/office/drawing/2014/main" id="{EFB7051E-DFE2-41EE-9F62-06E42C35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484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0" name="component-602">
            <a:extLst xmlns:a="http://schemas.openxmlformats.org/drawingml/2006/main">
              <a:ext uri="{FF2B5EF4-FFF2-40B4-BE49-F238E27FC236}">
                <a16:creationId xmlns:a16="http://schemas.microsoft.com/office/drawing/2014/main" id="{E8FCBA8F-6952-4768-8BB7-0F757C32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2484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1" name="component-603">
            <a:extLst xmlns:a="http://schemas.openxmlformats.org/drawingml/2006/main">
              <a:ext uri="{FF2B5EF4-FFF2-40B4-BE49-F238E27FC236}">
                <a16:creationId xmlns:a16="http://schemas.microsoft.com/office/drawing/2014/main" id="{E4C6ADE5-4E9E-409C-A1A7-0C80E2FD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248400"/>
            <a:ext cx="10287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2" name="component-604">
            <a:extLst xmlns:a="http://schemas.openxmlformats.org/drawingml/2006/main">
              <a:ext uri="{FF2B5EF4-FFF2-40B4-BE49-F238E27FC236}">
                <a16:creationId xmlns:a16="http://schemas.microsoft.com/office/drawing/2014/main" id="{116637DB-77B5-4AF3-B921-F3636750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14800"/>
            <a:ext cx="3124200" cy="20574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9525">
            <a:solidFill>
              <a:srgbClr val="237563"/>
            </a:solidFill>
            <a:prstDash val="solid"/>
          </a:ln>
        </p:spPr>
      </p:sp>
      <p:sp>
        <p:nvSpPr>
          <p:cNvPr id="43" name="component-605">
            <a:extLst xmlns:a="http://schemas.openxmlformats.org/drawingml/2006/main">
              <a:ext uri="{FF2B5EF4-FFF2-40B4-BE49-F238E27FC236}">
                <a16:creationId xmlns:a16="http://schemas.microsoft.com/office/drawing/2014/main" id="{1C22CB02-F69B-420B-B4AB-4DC7F240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00600"/>
            <a:ext cx="247650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563"/>
                </a:solidFill>
                <a:latin typeface="Arial"/>
                <a:ea typeface="Arial"/>
                <a:cs typeface="Arial"/>
              </a:rPr>
              <a:t>3 × 2 plots</a:t>
            </a:r>
          </a:p>
        </p:txBody>
      </p:sp>
      <p:sp>
        <p:nvSpPr>
          <p:cNvPr id="44" name="component-606">
            <a:extLst xmlns:a="http://schemas.openxmlformats.org/drawingml/2006/main">
              <a:ext uri="{FF2B5EF4-FFF2-40B4-BE49-F238E27FC236}">
                <a16:creationId xmlns:a16="http://schemas.microsoft.com/office/drawing/2014/main" id="{D28D86AC-240D-46F6-8A98-B8E1E00E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86700"/>
            <a:ext cx="8991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Drag across empty land to set width and length.</a:t>
            </a:r>
          </a:p>
        </p:txBody>
      </p:sp>
      <p:sp>
        <p:nvSpPr>
          <p:cNvPr id="45" name="component-607">
            <a:extLst xmlns:a="http://schemas.openxmlformats.org/drawingml/2006/main">
              <a:ext uri="{FF2B5EF4-FFF2-40B4-BE49-F238E27FC236}">
                <a16:creationId xmlns:a16="http://schemas.microsoft.com/office/drawing/2014/main" id="{ECFFAAA5-A5AC-46A1-BACF-BF0D52AD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95500"/>
            <a:ext cx="4572000" cy="6477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6" name="component-608">
            <a:extLst xmlns:a="http://schemas.openxmlformats.org/drawingml/2006/main">
              <a:ext uri="{FF2B5EF4-FFF2-40B4-BE49-F238E27FC236}">
                <a16:creationId xmlns:a16="http://schemas.microsoft.com/office/drawing/2014/main" id="{AA6BE2B3-82BE-4DED-A093-67C7EE9F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28600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Placement</a:t>
            </a:r>
          </a:p>
        </p:txBody>
      </p:sp>
      <p:sp>
        <p:nvSpPr>
          <p:cNvPr id="47" name="component-609">
            <a:extLst xmlns:a="http://schemas.openxmlformats.org/drawingml/2006/main">
              <a:ext uri="{FF2B5EF4-FFF2-40B4-BE49-F238E27FC236}">
                <a16:creationId xmlns:a16="http://schemas.microsoft.com/office/drawing/2014/main" id="{ABF2FF39-4C72-4ADA-AC90-BB9E5E84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241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omponent-610">
            <a:extLst xmlns:a="http://schemas.openxmlformats.org/drawingml/2006/main">
              <a:ext uri="{FF2B5EF4-FFF2-40B4-BE49-F238E27FC236}">
                <a16:creationId xmlns:a16="http://schemas.microsoft.com/office/drawing/2014/main" id="{5CD78C73-BB8E-488B-A1D3-46FE2ADF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242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Width</a:t>
            </a:r>
          </a:p>
        </p:txBody>
      </p:sp>
      <p:sp>
        <p:nvSpPr>
          <p:cNvPr id="49" name="component-611">
            <a:extLst xmlns:a="http://schemas.openxmlformats.org/drawingml/2006/main">
              <a:ext uri="{FF2B5EF4-FFF2-40B4-BE49-F238E27FC236}">
                <a16:creationId xmlns:a16="http://schemas.microsoft.com/office/drawing/2014/main" id="{63EC4F8E-68BB-4E79-A6C6-F58BA427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280" y="31242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3 plots</a:t>
            </a:r>
          </a:p>
        </p:txBody>
      </p:sp>
      <p:sp>
        <p:nvSpPr>
          <p:cNvPr id="50" name="component-612">
            <a:extLst xmlns:a="http://schemas.openxmlformats.org/drawingml/2006/main">
              <a:ext uri="{FF2B5EF4-FFF2-40B4-BE49-F238E27FC236}">
                <a16:creationId xmlns:a16="http://schemas.microsoft.com/office/drawing/2014/main" id="{A5C922F1-D147-4918-BB2D-72C40FE2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5242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omponent-613">
            <a:extLst xmlns:a="http://schemas.openxmlformats.org/drawingml/2006/main">
              <a:ext uri="{FF2B5EF4-FFF2-40B4-BE49-F238E27FC236}">
                <a16:creationId xmlns:a16="http://schemas.microsoft.com/office/drawing/2014/main" id="{0B73EB8D-F8B8-4F4E-AB0C-7078C5CB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338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Length</a:t>
            </a:r>
          </a:p>
        </p:txBody>
      </p:sp>
      <p:sp>
        <p:nvSpPr>
          <p:cNvPr id="52" name="component-614">
            <a:extLst xmlns:a="http://schemas.openxmlformats.org/drawingml/2006/main">
              <a:ext uri="{FF2B5EF4-FFF2-40B4-BE49-F238E27FC236}">
                <a16:creationId xmlns:a16="http://schemas.microsoft.com/office/drawing/2014/main" id="{6FCCC760-9B09-46F7-8308-73DD2AD6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280" y="37338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2 plots</a:t>
            </a:r>
          </a:p>
        </p:txBody>
      </p:sp>
      <p:sp>
        <p:nvSpPr>
          <p:cNvPr id="53" name="component-615">
            <a:extLst xmlns:a="http://schemas.openxmlformats.org/drawingml/2006/main">
              <a:ext uri="{FF2B5EF4-FFF2-40B4-BE49-F238E27FC236}">
                <a16:creationId xmlns:a16="http://schemas.microsoft.com/office/drawing/2014/main" id="{C4E54C15-947A-4061-A30B-ABAB346F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338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omponent-616">
            <a:extLst xmlns:a="http://schemas.openxmlformats.org/drawingml/2006/main">
              <a:ext uri="{FF2B5EF4-FFF2-40B4-BE49-F238E27FC236}">
                <a16:creationId xmlns:a16="http://schemas.microsoft.com/office/drawing/2014/main" id="{7E8AC4C5-7428-44B5-A96F-0FEF96B9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457700"/>
            <a:ext cx="411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omponent-617">
            <a:extLst xmlns:a="http://schemas.openxmlformats.org/drawingml/2006/main">
              <a:ext uri="{FF2B5EF4-FFF2-40B4-BE49-F238E27FC236}">
                <a16:creationId xmlns:a16="http://schemas.microsoft.com/office/drawing/2014/main" id="{CC300C6D-D6B7-4E40-B69F-3B130193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495800"/>
            <a:ext cx="392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7563"/>
                </a:solidFill>
                <a:latin typeface="Arial"/>
                <a:ea typeface="Arial"/>
                <a:cs typeface="Arial"/>
              </a:rPr>
              <a:t>Valid footprint</a:t>
            </a:r>
          </a:p>
        </p:txBody>
      </p:sp>
      <p:sp>
        <p:nvSpPr>
          <p:cNvPr id="56" name="component-618">
            <a:extLst xmlns:a="http://schemas.openxmlformats.org/drawingml/2006/main">
              <a:ext uri="{FF2B5EF4-FFF2-40B4-BE49-F238E27FC236}">
                <a16:creationId xmlns:a16="http://schemas.microsoft.com/office/drawing/2014/main" id="{FA927D33-050A-47A7-8F64-5E8DED8A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219700"/>
            <a:ext cx="4114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omponent-619">
            <a:extLst xmlns:a="http://schemas.openxmlformats.org/drawingml/2006/main">
              <a:ext uri="{FF2B5EF4-FFF2-40B4-BE49-F238E27FC236}">
                <a16:creationId xmlns:a16="http://schemas.microsoft.com/office/drawing/2014/main" id="{FC5E72D7-164A-4354-8665-86DA76F7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29590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this footprint</a:t>
            </a:r>
          </a:p>
        </p:txBody>
      </p:sp>
      <p:sp>
        <p:nvSpPr>
          <p:cNvPr id="58" name="component-620">
            <a:extLst xmlns:a="http://schemas.openxmlformats.org/drawingml/2006/main">
              <a:ext uri="{FF2B5EF4-FFF2-40B4-BE49-F238E27FC236}">
                <a16:creationId xmlns:a16="http://schemas.microsoft.com/office/drawing/2014/main" id="{9A7B5832-E4C0-4C30-968F-42AFDDA4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48400"/>
            <a:ext cx="4114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component-621">
            <a:extLst xmlns:a="http://schemas.openxmlformats.org/drawingml/2006/main">
              <a:ext uri="{FF2B5EF4-FFF2-40B4-BE49-F238E27FC236}">
                <a16:creationId xmlns:a16="http://schemas.microsoft.com/office/drawing/2014/main" id="{792D8497-BA02-4F96-8B96-9ADA72BF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36270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B9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943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4343"/>
                </a:solidFill>
                <a:latin typeface="Arial"/>
                <a:ea typeface="Arial"/>
                <a:cs typeface="Arial"/>
              </a:rPr>
              <a:t>Overlaps a building</a:t>
            </a:r>
          </a:p>
        </p:txBody>
      </p:sp>
      <p:sp>
        <p:nvSpPr>
          <p:cNvPr id="60" name="component-622">
            <a:extLst xmlns:a="http://schemas.openxmlformats.org/drawingml/2006/main">
              <a:ext uri="{FF2B5EF4-FFF2-40B4-BE49-F238E27FC236}">
                <a16:creationId xmlns:a16="http://schemas.microsoft.com/office/drawing/2014/main" id="{E639FC34-BC6E-43D0-AB4C-2342D4D3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705600"/>
            <a:ext cx="38100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B9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B943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4343"/>
                </a:solidFill>
                <a:latin typeface="Arial"/>
                <a:ea typeface="Arial"/>
                <a:cs typeface="Arial"/>
              </a:rPr>
              <a:t>Choose another plot.</a:t>
            </a:r>
          </a:p>
        </p:txBody>
      </p:sp>
      <p:sp>
        <p:nvSpPr>
          <p:cNvPr id="61" name="component-623">
            <a:extLst xmlns:a="http://schemas.openxmlformats.org/drawingml/2006/main">
              <a:ext uri="{FF2B5EF4-FFF2-40B4-BE49-F238E27FC236}">
                <a16:creationId xmlns:a16="http://schemas.microsoft.com/office/drawing/2014/main" id="{DE2954D4-01C9-42B5-8FA8-003038CF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353300"/>
            <a:ext cx="4114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component-624">
            <a:extLst xmlns:a="http://schemas.openxmlformats.org/drawingml/2006/main">
              <a:ext uri="{FF2B5EF4-FFF2-40B4-BE49-F238E27FC236}">
                <a16:creationId xmlns:a16="http://schemas.microsoft.com/office/drawing/2014/main" id="{7B64F9E4-C65A-4539-96E1-E293518B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46760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B9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943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4343"/>
                </a:solidFill>
                <a:latin typeface="Arial"/>
                <a:ea typeface="Arial"/>
                <a:cs typeface="Arial"/>
              </a:rPr>
              <a:t>Outside the district</a:t>
            </a:r>
          </a:p>
        </p:txBody>
      </p:sp>
      <p:sp>
        <p:nvSpPr>
          <p:cNvPr id="63" name="component-625">
            <a:extLst xmlns:a="http://schemas.openxmlformats.org/drawingml/2006/main">
              <a:ext uri="{FF2B5EF4-FFF2-40B4-BE49-F238E27FC236}">
                <a16:creationId xmlns:a16="http://schemas.microsoft.com/office/drawing/2014/main" id="{4FFB2C36-E843-453A-9E74-3C13DDCE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810500"/>
            <a:ext cx="38100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B9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B9434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4343"/>
                </a:solidFill>
                <a:latin typeface="Arial"/>
                <a:ea typeface="Arial"/>
                <a:cs typeface="Arial"/>
              </a:rPr>
              <a:t>Keep the footprint within the grid.</a:t>
            </a:r>
          </a:p>
        </p:txBody>
      </p:sp>
    </p:spTree>
    <p:extLst>
      <p:ext uri="{BB962C8B-B14F-4D97-AF65-F5344CB8AC3E}">
        <p14:creationId xmlns:p14="http://schemas.microsoft.com/office/powerpoint/2010/main" val="1869702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AF022F0-3B01-4C68-AFE0-DA40D51062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dae3fc4c24f43"/>
          <a:stretch xmlns:a="http://schemas.openxmlformats.org/drawingml/2006/main"/>
        </p:blipFill>
        <p:spPr>
          <a:xfrm xmlns:a="http://schemas.openxmlformats.org/drawingml/2006/main">
            <a:off x="457200" y="304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component-626">
            <a:extLst xmlns:a="http://schemas.openxmlformats.org/drawingml/2006/main">
              <a:ext uri="{FF2B5EF4-FFF2-40B4-BE49-F238E27FC236}">
                <a16:creationId xmlns:a16="http://schemas.microsoft.com/office/drawing/2014/main" id="{304F48A7-3A33-4F1A-8B8A-A625A20F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7620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Management Tycoon</a:t>
            </a:r>
          </a:p>
        </p:txBody>
      </p:sp>
      <p:sp>
        <p:nvSpPr>
          <p:cNvPr id="3" name="component-627">
            <a:extLst xmlns:a="http://schemas.openxmlformats.org/drawingml/2006/main">
              <a:ext uri="{FF2B5EF4-FFF2-40B4-BE49-F238E27FC236}">
                <a16:creationId xmlns:a16="http://schemas.microsoft.com/office/drawing/2014/main" id="{0E7819DA-8831-4EFF-97EB-ECD360A1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1000"/>
            <a:ext cx="1219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09 / 16</a:t>
            </a:r>
          </a:p>
        </p:txBody>
      </p:sp>
      <p:sp>
        <p:nvSpPr>
          <p:cNvPr id="4" name="component-628">
            <a:extLst xmlns:a="http://schemas.openxmlformats.org/drawingml/2006/main">
              <a:ext uri="{FF2B5EF4-FFF2-40B4-BE49-F238E27FC236}">
                <a16:creationId xmlns:a16="http://schemas.microsoft.com/office/drawing/2014/main" id="{0778DCAD-D97C-489D-88E7-E8144983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onent-629">
            <a:extLst xmlns:a="http://schemas.openxmlformats.org/drawingml/2006/main">
              <a:ext uri="{FF2B5EF4-FFF2-40B4-BE49-F238E27FC236}">
                <a16:creationId xmlns:a16="http://schemas.microsoft.com/office/drawing/2014/main" id="{FD8BC36B-A977-4E4C-BCEC-6603D1FC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09 · Floors and capacity</a:t>
            </a:r>
          </a:p>
        </p:txBody>
      </p:sp>
      <p:sp>
        <p:nvSpPr>
          <p:cNvPr id="6" name="component-630">
            <a:extLst xmlns:a="http://schemas.openxmlformats.org/drawingml/2006/main">
              <a:ext uri="{FF2B5EF4-FFF2-40B4-BE49-F238E27FC236}">
                <a16:creationId xmlns:a16="http://schemas.microsoft.com/office/drawing/2014/main" id="{F46FE337-BDDF-47A8-9E74-3E5BE2B4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11430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Design reference. Sample values are illustrative.</a:t>
            </a:r>
          </a:p>
        </p:txBody>
      </p:sp>
      <p:sp>
        <p:nvSpPr>
          <p:cNvPr id="7" name="component-631">
            <a:extLst xmlns:a="http://schemas.openxmlformats.org/drawingml/2006/main">
              <a:ext uri="{FF2B5EF4-FFF2-40B4-BE49-F238E27FC236}">
                <a16:creationId xmlns:a16="http://schemas.microsoft.com/office/drawing/2014/main" id="{CFDE28E8-AAC1-4BB1-A4BA-DAB8DAAF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4572000" cy="6477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" name="component-632">
            <a:extLst xmlns:a="http://schemas.openxmlformats.org/drawingml/2006/main">
              <a:ext uri="{FF2B5EF4-FFF2-40B4-BE49-F238E27FC236}">
                <a16:creationId xmlns:a16="http://schemas.microsoft.com/office/drawing/2014/main" id="{04A95FC4-2EFE-4AAC-A01A-2923F963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Above-ground floors</a:t>
            </a:r>
          </a:p>
        </p:txBody>
      </p:sp>
      <p:sp>
        <p:nvSpPr>
          <p:cNvPr id="9" name="component-633">
            <a:extLst xmlns:a="http://schemas.openxmlformats.org/drawingml/2006/main">
              <a:ext uri="{FF2B5EF4-FFF2-40B4-BE49-F238E27FC236}">
                <a16:creationId xmlns:a16="http://schemas.microsoft.com/office/drawing/2014/main" id="{AEDED327-C638-4100-A48C-1D905A09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onent-634">
            <a:extLst xmlns:a="http://schemas.openxmlformats.org/drawingml/2006/main">
              <a:ext uri="{FF2B5EF4-FFF2-40B4-BE49-F238E27FC236}">
                <a16:creationId xmlns:a16="http://schemas.microsoft.com/office/drawing/2014/main" id="{5D341978-AC50-4D06-ABF8-8764DF8D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1148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Number of floors</a:t>
            </a:r>
          </a:p>
        </p:txBody>
      </p:sp>
      <p:sp>
        <p:nvSpPr>
          <p:cNvPr id="11" name="component-635">
            <a:extLst xmlns:a="http://schemas.openxmlformats.org/drawingml/2006/main">
              <a:ext uri="{FF2B5EF4-FFF2-40B4-BE49-F238E27FC236}">
                <a16:creationId xmlns:a16="http://schemas.microsoft.com/office/drawing/2014/main" id="{0C582265-C7E8-4724-855F-BE33E711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4114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2" name="component-636">
            <a:extLst xmlns:a="http://schemas.openxmlformats.org/drawingml/2006/main">
              <a:ext uri="{FF2B5EF4-FFF2-40B4-BE49-F238E27FC236}">
                <a16:creationId xmlns:a16="http://schemas.microsoft.com/office/drawing/2014/main" id="{62EA947D-DCCA-4335-95CA-8DDFB983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3810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component-637">
            <a:extLst xmlns:a="http://schemas.openxmlformats.org/drawingml/2006/main">
              <a:ext uri="{FF2B5EF4-FFF2-40B4-BE49-F238E27FC236}">
                <a16:creationId xmlns:a16="http://schemas.microsoft.com/office/drawing/2014/main" id="{098F973B-A6A3-4091-9C7D-C9232031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914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4" name="component-638">
            <a:extLst xmlns:a="http://schemas.openxmlformats.org/drawingml/2006/main">
              <a:ext uri="{FF2B5EF4-FFF2-40B4-BE49-F238E27FC236}">
                <a16:creationId xmlns:a16="http://schemas.microsoft.com/office/drawing/2014/main" id="{E112BB3D-FF69-4A9B-943D-E8821CD4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5" name="component-639">
            <a:extLst xmlns:a="http://schemas.openxmlformats.org/drawingml/2006/main">
              <a:ext uri="{FF2B5EF4-FFF2-40B4-BE49-F238E27FC236}">
                <a16:creationId xmlns:a16="http://schemas.microsoft.com/office/drawing/2014/main" id="{93010F63-9D63-4C17-AE72-C5122C6E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914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6" name="component-640">
            <a:extLst xmlns:a="http://schemas.openxmlformats.org/drawingml/2006/main">
              <a:ext uri="{FF2B5EF4-FFF2-40B4-BE49-F238E27FC236}">
                <a16:creationId xmlns:a16="http://schemas.microsoft.com/office/drawing/2014/main" id="{CFAC8E10-FF84-4EDB-8301-E071EB2F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component-641">
            <a:extLst xmlns:a="http://schemas.openxmlformats.org/drawingml/2006/main">
              <a:ext uri="{FF2B5EF4-FFF2-40B4-BE49-F238E27FC236}">
                <a16:creationId xmlns:a16="http://schemas.microsoft.com/office/drawing/2014/main" id="{345625AD-F0E9-4924-BA45-2158785A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Footprint</a:t>
            </a:r>
          </a:p>
        </p:txBody>
      </p:sp>
      <p:sp>
        <p:nvSpPr>
          <p:cNvPr id="18" name="component-642">
            <a:extLst xmlns:a="http://schemas.openxmlformats.org/drawingml/2006/main">
              <a:ext uri="{FF2B5EF4-FFF2-40B4-BE49-F238E27FC236}">
                <a16:creationId xmlns:a16="http://schemas.microsoft.com/office/drawing/2014/main" id="{B5A1B271-7A67-40E3-9642-EA548472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56769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3 × 2 plots</a:t>
            </a:r>
          </a:p>
        </p:txBody>
      </p:sp>
      <p:sp>
        <p:nvSpPr>
          <p:cNvPr id="19" name="component-643">
            <a:extLst xmlns:a="http://schemas.openxmlformats.org/drawingml/2006/main">
              <a:ext uri="{FF2B5EF4-FFF2-40B4-BE49-F238E27FC236}">
                <a16:creationId xmlns:a16="http://schemas.microsoft.com/office/drawing/2014/main" id="{63B24451-48C9-468E-9628-65EF3F29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mponent-644">
            <a:extLst xmlns:a="http://schemas.openxmlformats.org/drawingml/2006/main">
              <a:ext uri="{FF2B5EF4-FFF2-40B4-BE49-F238E27FC236}">
                <a16:creationId xmlns:a16="http://schemas.microsoft.com/office/drawing/2014/main" id="{D7763052-ECA1-448C-B13E-B2D8602F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Rooms per floor</a:t>
            </a:r>
          </a:p>
        </p:txBody>
      </p:sp>
      <p:sp>
        <p:nvSpPr>
          <p:cNvPr id="21" name="component-645">
            <a:extLst xmlns:a="http://schemas.openxmlformats.org/drawingml/2006/main">
              <a:ext uri="{FF2B5EF4-FFF2-40B4-BE49-F238E27FC236}">
                <a16:creationId xmlns:a16="http://schemas.microsoft.com/office/drawing/2014/main" id="{71E4775C-81A4-4FBE-A27F-AEF809C5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62865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Calculated</a:t>
            </a:r>
          </a:p>
        </p:txBody>
      </p:sp>
      <p:sp>
        <p:nvSpPr>
          <p:cNvPr id="22" name="component-646">
            <a:extLst xmlns:a="http://schemas.openxmlformats.org/drawingml/2006/main">
              <a:ext uri="{FF2B5EF4-FFF2-40B4-BE49-F238E27FC236}">
                <a16:creationId xmlns:a16="http://schemas.microsoft.com/office/drawing/2014/main" id="{AF73F385-5E6F-4247-985D-4300631A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865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mponent-647">
            <a:extLst xmlns:a="http://schemas.openxmlformats.org/drawingml/2006/main">
              <a:ext uri="{FF2B5EF4-FFF2-40B4-BE49-F238E27FC236}">
                <a16:creationId xmlns:a16="http://schemas.microsoft.com/office/drawing/2014/main" id="{BFA8AC57-6D64-4B0B-B727-60EB5433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961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Total room capacity</a:t>
            </a:r>
          </a:p>
        </p:txBody>
      </p:sp>
      <p:sp>
        <p:nvSpPr>
          <p:cNvPr id="24" name="component-648">
            <a:extLst xmlns:a="http://schemas.openxmlformats.org/drawingml/2006/main">
              <a:ext uri="{FF2B5EF4-FFF2-40B4-BE49-F238E27FC236}">
                <a16:creationId xmlns:a16="http://schemas.microsoft.com/office/drawing/2014/main" id="{D3280FA2-7F7D-4E21-B917-66097BDE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68961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Calculated</a:t>
            </a:r>
          </a:p>
        </p:txBody>
      </p:sp>
      <p:sp>
        <p:nvSpPr>
          <p:cNvPr id="25" name="component-649">
            <a:extLst xmlns:a="http://schemas.openxmlformats.org/drawingml/2006/main">
              <a:ext uri="{FF2B5EF4-FFF2-40B4-BE49-F238E27FC236}">
                <a16:creationId xmlns:a16="http://schemas.microsoft.com/office/drawing/2014/main" id="{988DC056-4365-499F-A276-2190200A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961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mponent-650">
            <a:extLst xmlns:a="http://schemas.openxmlformats.org/drawingml/2006/main">
              <a:ext uri="{FF2B5EF4-FFF2-40B4-BE49-F238E27FC236}">
                <a16:creationId xmlns:a16="http://schemas.microsoft.com/office/drawing/2014/main" id="{25373799-9C5D-4797-A82D-1AD9A47C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0"/>
            <a:ext cx="41148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Room capacity follows the footprint.</a:t>
            </a:r>
          </a:p>
        </p:txBody>
      </p:sp>
      <p:sp>
        <p:nvSpPr>
          <p:cNvPr id="27" name="component-651">
            <a:extLst xmlns:a="http://schemas.openxmlformats.org/drawingml/2006/main">
              <a:ext uri="{FF2B5EF4-FFF2-40B4-BE49-F238E27FC236}">
                <a16:creationId xmlns:a16="http://schemas.microsoft.com/office/drawing/2014/main" id="{8D2EF751-4C82-483C-B268-FE58CBD8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4572000" cy="6477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8" name="component-652">
            <a:extLst xmlns:a="http://schemas.openxmlformats.org/drawingml/2006/main">
              <a:ext uri="{FF2B5EF4-FFF2-40B4-BE49-F238E27FC236}">
                <a16:creationId xmlns:a16="http://schemas.microsoft.com/office/drawing/2014/main" id="{9F56FD01-01F4-41EC-B2B8-36AA1921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8600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Apartment / hotel</a:t>
            </a:r>
          </a:p>
        </p:txBody>
      </p:sp>
      <p:sp>
        <p:nvSpPr>
          <p:cNvPr id="29" name="component-653">
            <a:extLst xmlns:a="http://schemas.openxmlformats.org/drawingml/2006/main">
              <a:ext uri="{FF2B5EF4-FFF2-40B4-BE49-F238E27FC236}">
                <a16:creationId xmlns:a16="http://schemas.microsoft.com/office/drawing/2014/main" id="{4F8A1AA9-241B-47FC-870D-204B13BD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241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mponent-654">
            <a:extLst xmlns:a="http://schemas.openxmlformats.org/drawingml/2006/main">
              <a:ext uri="{FF2B5EF4-FFF2-40B4-BE49-F238E27FC236}">
                <a16:creationId xmlns:a16="http://schemas.microsoft.com/office/drawing/2014/main" id="{B8066491-D9F6-4F89-9C1B-82F21DBB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86100"/>
            <a:ext cx="41148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1" name="component-655">
            <a:extLst xmlns:a="http://schemas.openxmlformats.org/drawingml/2006/main">
              <a:ext uri="{FF2B5EF4-FFF2-40B4-BE49-F238E27FC236}">
                <a16:creationId xmlns:a16="http://schemas.microsoft.com/office/drawing/2014/main" id="{31CBC834-C61B-42B6-B50F-CFE075E5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14700"/>
            <a:ext cx="4953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2" name="component-656">
            <a:extLst xmlns:a="http://schemas.openxmlformats.org/drawingml/2006/main">
              <a:ext uri="{FF2B5EF4-FFF2-40B4-BE49-F238E27FC236}">
                <a16:creationId xmlns:a16="http://schemas.microsoft.com/office/drawing/2014/main" id="{65BCE2DA-03C9-4D36-92C6-D10C1223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7334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mponent-657">
            <a:extLst xmlns:a="http://schemas.openxmlformats.org/drawingml/2006/main">
              <a:ext uri="{FF2B5EF4-FFF2-40B4-BE49-F238E27FC236}">
                <a16:creationId xmlns:a16="http://schemas.microsoft.com/office/drawing/2014/main" id="{5E284EEE-7F37-4090-AFF5-70579FF0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200400"/>
            <a:ext cx="7334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omponent-658">
            <a:extLst xmlns:a="http://schemas.openxmlformats.org/drawingml/2006/main">
              <a:ext uri="{FF2B5EF4-FFF2-40B4-BE49-F238E27FC236}">
                <a16:creationId xmlns:a16="http://schemas.microsoft.com/office/drawing/2014/main" id="{016EB875-820B-45C6-8D8F-63FD5B29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00400"/>
            <a:ext cx="7334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omponent-659">
            <a:extLst xmlns:a="http://schemas.openxmlformats.org/drawingml/2006/main">
              <a:ext uri="{FF2B5EF4-FFF2-40B4-BE49-F238E27FC236}">
                <a16:creationId xmlns:a16="http://schemas.microsoft.com/office/drawing/2014/main" id="{CB3A504F-F751-418C-BFCA-58BF0DEE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200400"/>
            <a:ext cx="7334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mponent-660">
            <a:extLst xmlns:a="http://schemas.openxmlformats.org/drawingml/2006/main">
              <a:ext uri="{FF2B5EF4-FFF2-40B4-BE49-F238E27FC236}">
                <a16:creationId xmlns:a16="http://schemas.microsoft.com/office/drawing/2014/main" id="{8539250D-5CA9-4FF9-A5EC-EBAA9E44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24200"/>
            <a:ext cx="152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onent-661">
            <a:extLst xmlns:a="http://schemas.openxmlformats.org/drawingml/2006/main">
              <a:ext uri="{FF2B5EF4-FFF2-40B4-BE49-F238E27FC236}">
                <a16:creationId xmlns:a16="http://schemas.microsoft.com/office/drawing/2014/main" id="{36D8A480-770E-4BCF-B2EC-75AA4C30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29100"/>
            <a:ext cx="41148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8" name="component-662">
            <a:extLst xmlns:a="http://schemas.openxmlformats.org/drawingml/2006/main">
              <a:ext uri="{FF2B5EF4-FFF2-40B4-BE49-F238E27FC236}">
                <a16:creationId xmlns:a16="http://schemas.microsoft.com/office/drawing/2014/main" id="{B29FF064-6834-4BC0-9E70-8CE5DB3F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57700"/>
            <a:ext cx="4953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9" name="component-663">
            <a:extLst xmlns:a="http://schemas.openxmlformats.org/drawingml/2006/main">
              <a:ext uri="{FF2B5EF4-FFF2-40B4-BE49-F238E27FC236}">
                <a16:creationId xmlns:a16="http://schemas.microsoft.com/office/drawing/2014/main" id="{15E4C0A0-81DD-42A1-852F-61021F23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7334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mponent-664">
            <a:extLst xmlns:a="http://schemas.openxmlformats.org/drawingml/2006/main">
              <a:ext uri="{FF2B5EF4-FFF2-40B4-BE49-F238E27FC236}">
                <a16:creationId xmlns:a16="http://schemas.microsoft.com/office/drawing/2014/main" id="{3F1C4ACB-2FB8-4BE7-BDEC-EEAD044F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343400"/>
            <a:ext cx="7334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omponent-665">
            <a:extLst xmlns:a="http://schemas.openxmlformats.org/drawingml/2006/main">
              <a:ext uri="{FF2B5EF4-FFF2-40B4-BE49-F238E27FC236}">
                <a16:creationId xmlns:a16="http://schemas.microsoft.com/office/drawing/2014/main" id="{C4317415-42F1-4BFC-811F-D5779F0F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43400"/>
            <a:ext cx="7334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mponent-666">
            <a:extLst xmlns:a="http://schemas.openxmlformats.org/drawingml/2006/main">
              <a:ext uri="{FF2B5EF4-FFF2-40B4-BE49-F238E27FC236}">
                <a16:creationId xmlns:a16="http://schemas.microsoft.com/office/drawing/2014/main" id="{1861E7E4-454F-483E-887C-83C644C1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343400"/>
            <a:ext cx="7334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onent-667">
            <a:extLst xmlns:a="http://schemas.openxmlformats.org/drawingml/2006/main">
              <a:ext uri="{FF2B5EF4-FFF2-40B4-BE49-F238E27FC236}">
                <a16:creationId xmlns:a16="http://schemas.microsoft.com/office/drawing/2014/main" id="{FDFC6F10-C29F-4F3F-BEC5-6635845E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67200"/>
            <a:ext cx="152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mponent-668">
            <a:extLst xmlns:a="http://schemas.openxmlformats.org/drawingml/2006/main">
              <a:ext uri="{FF2B5EF4-FFF2-40B4-BE49-F238E27FC236}">
                <a16:creationId xmlns:a16="http://schemas.microsoft.com/office/drawing/2014/main" id="{24B228DB-B71D-4031-B428-B50E2190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72100"/>
            <a:ext cx="41148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5" name="component-669">
            <a:extLst xmlns:a="http://schemas.openxmlformats.org/drawingml/2006/main">
              <a:ext uri="{FF2B5EF4-FFF2-40B4-BE49-F238E27FC236}">
                <a16:creationId xmlns:a16="http://schemas.microsoft.com/office/drawing/2014/main" id="{4155FDB9-FE91-4833-81D6-9B7DE469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00700"/>
            <a:ext cx="4953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6" name="component-670">
            <a:extLst xmlns:a="http://schemas.openxmlformats.org/drawingml/2006/main">
              <a:ext uri="{FF2B5EF4-FFF2-40B4-BE49-F238E27FC236}">
                <a16:creationId xmlns:a16="http://schemas.microsoft.com/office/drawing/2014/main" id="{311AC969-C4BF-48AD-8DDC-397E6643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86400"/>
            <a:ext cx="7334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mponent-671">
            <a:extLst xmlns:a="http://schemas.openxmlformats.org/drawingml/2006/main">
              <a:ext uri="{FF2B5EF4-FFF2-40B4-BE49-F238E27FC236}">
                <a16:creationId xmlns:a16="http://schemas.microsoft.com/office/drawing/2014/main" id="{977C5951-8A3E-4448-A7E6-8496F797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486400"/>
            <a:ext cx="7334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omponent-672">
            <a:extLst xmlns:a="http://schemas.openxmlformats.org/drawingml/2006/main">
              <a:ext uri="{FF2B5EF4-FFF2-40B4-BE49-F238E27FC236}">
                <a16:creationId xmlns:a16="http://schemas.microsoft.com/office/drawing/2014/main" id="{184F53F8-66B4-431D-8704-D62278A1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486400"/>
            <a:ext cx="7334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omponent-673">
            <a:extLst xmlns:a="http://schemas.openxmlformats.org/drawingml/2006/main">
              <a:ext uri="{FF2B5EF4-FFF2-40B4-BE49-F238E27FC236}">
                <a16:creationId xmlns:a16="http://schemas.microsoft.com/office/drawing/2014/main" id="{013D766E-1A06-44B8-9893-62BB3D2A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486400"/>
            <a:ext cx="7334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mponent-674">
            <a:extLst xmlns:a="http://schemas.openxmlformats.org/drawingml/2006/main">
              <a:ext uri="{FF2B5EF4-FFF2-40B4-BE49-F238E27FC236}">
                <a16:creationId xmlns:a16="http://schemas.microsoft.com/office/drawing/2014/main" id="{F7A51A7D-74BB-468B-A255-8E458353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10200"/>
            <a:ext cx="152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omponent-675">
            <a:extLst xmlns:a="http://schemas.openxmlformats.org/drawingml/2006/main">
              <a:ext uri="{FF2B5EF4-FFF2-40B4-BE49-F238E27FC236}">
                <a16:creationId xmlns:a16="http://schemas.microsoft.com/office/drawing/2014/main" id="{0DD20626-5E87-481B-BBBF-2817F42F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515100"/>
            <a:ext cx="41148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52" name="component-676">
            <a:extLst xmlns:a="http://schemas.openxmlformats.org/drawingml/2006/main">
              <a:ext uri="{FF2B5EF4-FFF2-40B4-BE49-F238E27FC236}">
                <a16:creationId xmlns:a16="http://schemas.microsoft.com/office/drawing/2014/main" id="{FBA0294E-2EC9-4E4E-81ED-06E6C661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743700"/>
            <a:ext cx="4953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3" name="component-677">
            <a:extLst xmlns:a="http://schemas.openxmlformats.org/drawingml/2006/main">
              <a:ext uri="{FF2B5EF4-FFF2-40B4-BE49-F238E27FC236}">
                <a16:creationId xmlns:a16="http://schemas.microsoft.com/office/drawing/2014/main" id="{926B29D2-6CA8-4BB9-B824-D4E2F05A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29400"/>
            <a:ext cx="7334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omponent-678">
            <a:extLst xmlns:a="http://schemas.openxmlformats.org/drawingml/2006/main">
              <a:ext uri="{FF2B5EF4-FFF2-40B4-BE49-F238E27FC236}">
                <a16:creationId xmlns:a16="http://schemas.microsoft.com/office/drawing/2014/main" id="{C1B92663-F8D4-4F59-B363-0BDB5EE2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6629400"/>
            <a:ext cx="7334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omponent-679">
            <a:extLst xmlns:a="http://schemas.openxmlformats.org/drawingml/2006/main">
              <a:ext uri="{FF2B5EF4-FFF2-40B4-BE49-F238E27FC236}">
                <a16:creationId xmlns:a16="http://schemas.microsoft.com/office/drawing/2014/main" id="{02C56C8C-8206-42B5-B6BF-C8E335C3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629400"/>
            <a:ext cx="7334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omponent-680">
            <a:extLst xmlns:a="http://schemas.openxmlformats.org/drawingml/2006/main">
              <a:ext uri="{FF2B5EF4-FFF2-40B4-BE49-F238E27FC236}">
                <a16:creationId xmlns:a16="http://schemas.microsoft.com/office/drawing/2014/main" id="{9DF43B8E-07D0-4ED9-91CC-856EC758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6629400"/>
            <a:ext cx="7334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omponent-681">
            <a:extLst xmlns:a="http://schemas.openxmlformats.org/drawingml/2006/main">
              <a:ext uri="{FF2B5EF4-FFF2-40B4-BE49-F238E27FC236}">
                <a16:creationId xmlns:a16="http://schemas.microsoft.com/office/drawing/2014/main" id="{881161EB-9F70-4DD2-B263-A12D7C35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553200"/>
            <a:ext cx="152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mponent-682">
            <a:extLst xmlns:a="http://schemas.openxmlformats.org/drawingml/2006/main">
              <a:ext uri="{FF2B5EF4-FFF2-40B4-BE49-F238E27FC236}">
                <a16:creationId xmlns:a16="http://schemas.microsoft.com/office/drawing/2014/main" id="{A70473F0-C6CA-48E0-B093-F70293C4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95500"/>
            <a:ext cx="4572000" cy="6477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59" name="component-683">
            <a:extLst xmlns:a="http://schemas.openxmlformats.org/drawingml/2006/main">
              <a:ext uri="{FF2B5EF4-FFF2-40B4-BE49-F238E27FC236}">
                <a16:creationId xmlns:a16="http://schemas.microsoft.com/office/drawing/2014/main" id="{CFB9B16F-00F5-479C-989A-D37DF736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28600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Other building types</a:t>
            </a:r>
          </a:p>
        </p:txBody>
      </p:sp>
      <p:sp>
        <p:nvSpPr>
          <p:cNvPr id="60" name="component-684">
            <a:extLst xmlns:a="http://schemas.openxmlformats.org/drawingml/2006/main">
              <a:ext uri="{FF2B5EF4-FFF2-40B4-BE49-F238E27FC236}">
                <a16:creationId xmlns:a16="http://schemas.microsoft.com/office/drawing/2014/main" id="{627076A6-AF50-4B1C-A469-78022C9F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241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component-685">
            <a:extLst xmlns:a="http://schemas.openxmlformats.org/drawingml/2006/main">
              <a:ext uri="{FF2B5EF4-FFF2-40B4-BE49-F238E27FC236}">
                <a16:creationId xmlns:a16="http://schemas.microsoft.com/office/drawing/2014/main" id="{8B3373C6-9533-4746-A266-B0921A89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24200"/>
            <a:ext cx="4114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3EB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62" name="component-686">
            <a:extLst xmlns:a="http://schemas.openxmlformats.org/drawingml/2006/main">
              <a:ext uri="{FF2B5EF4-FFF2-40B4-BE49-F238E27FC236}">
                <a16:creationId xmlns:a16="http://schemas.microsoft.com/office/drawing/2014/main" id="{9E40727F-17F2-484A-82B1-B0BAB52A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76600"/>
            <a:ext cx="5334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component-687">
            <a:extLst xmlns:a="http://schemas.openxmlformats.org/drawingml/2006/main">
              <a:ext uri="{FF2B5EF4-FFF2-40B4-BE49-F238E27FC236}">
                <a16:creationId xmlns:a16="http://schemas.microsoft.com/office/drawing/2014/main" id="{737D18BD-E801-41FE-83D8-970EA96C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52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64" name="component-688">
            <a:extLst xmlns:a="http://schemas.openxmlformats.org/drawingml/2006/main">
              <a:ext uri="{FF2B5EF4-FFF2-40B4-BE49-F238E27FC236}">
                <a16:creationId xmlns:a16="http://schemas.microsoft.com/office/drawing/2014/main" id="{E4813F96-A55C-476F-B375-D7B9BF11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76600"/>
            <a:ext cx="31242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Office tower</a:t>
            </a:r>
          </a:p>
        </p:txBody>
      </p:sp>
      <p:sp>
        <p:nvSpPr>
          <p:cNvPr id="65" name="component-689">
            <a:extLst xmlns:a="http://schemas.openxmlformats.org/drawingml/2006/main">
              <a:ext uri="{FF2B5EF4-FFF2-40B4-BE49-F238E27FC236}">
                <a16:creationId xmlns:a16="http://schemas.microsoft.com/office/drawing/2014/main" id="{C73C2F29-D138-4101-AAFD-818F8469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619500"/>
            <a:ext cx="3124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Lease whole floors.</a:t>
            </a:r>
          </a:p>
        </p:txBody>
      </p:sp>
      <p:sp>
        <p:nvSpPr>
          <p:cNvPr id="66" name="component-690">
            <a:extLst xmlns:a="http://schemas.openxmlformats.org/drawingml/2006/main">
              <a:ext uri="{FF2B5EF4-FFF2-40B4-BE49-F238E27FC236}">
                <a16:creationId xmlns:a16="http://schemas.microsoft.com/office/drawing/2014/main" id="{088AE4D6-2941-4D92-BDDC-5FC71A6C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724400"/>
            <a:ext cx="4114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3EB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67" name="component-691">
            <a:extLst xmlns:a="http://schemas.openxmlformats.org/drawingml/2006/main">
              <a:ext uri="{FF2B5EF4-FFF2-40B4-BE49-F238E27FC236}">
                <a16:creationId xmlns:a16="http://schemas.microsoft.com/office/drawing/2014/main" id="{A1BD0887-B332-424A-8819-C484F5D2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876800"/>
            <a:ext cx="5334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component-692">
            <a:extLst xmlns:a="http://schemas.openxmlformats.org/drawingml/2006/main">
              <a:ext uri="{FF2B5EF4-FFF2-40B4-BE49-F238E27FC236}">
                <a16:creationId xmlns:a16="http://schemas.microsoft.com/office/drawing/2014/main" id="{BBA2AF8B-225D-4601-A88B-EF8BCA2D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9530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FB</a:t>
            </a:r>
          </a:p>
        </p:txBody>
      </p:sp>
      <p:sp>
        <p:nvSpPr>
          <p:cNvPr id="69" name="component-693">
            <a:extLst xmlns:a="http://schemas.openxmlformats.org/drawingml/2006/main">
              <a:ext uri="{FF2B5EF4-FFF2-40B4-BE49-F238E27FC236}">
                <a16:creationId xmlns:a16="http://schemas.microsoft.com/office/drawing/2014/main" id="{ED67798D-1143-4C2C-B06A-B91E190B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876800"/>
            <a:ext cx="31242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Food court</a:t>
            </a:r>
          </a:p>
        </p:txBody>
      </p:sp>
      <p:sp>
        <p:nvSpPr>
          <p:cNvPr id="70" name="component-694">
            <a:extLst xmlns:a="http://schemas.openxmlformats.org/drawingml/2006/main">
              <a:ext uri="{FF2B5EF4-FFF2-40B4-BE49-F238E27FC236}">
                <a16:creationId xmlns:a16="http://schemas.microsoft.com/office/drawing/2014/main" id="{0FDA6D7C-7796-41E8-8564-22B96448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219700"/>
            <a:ext cx="3124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Track customer sales.</a:t>
            </a:r>
          </a:p>
        </p:txBody>
      </p:sp>
      <p:sp>
        <p:nvSpPr>
          <p:cNvPr id="71" name="component-695">
            <a:extLst xmlns:a="http://schemas.openxmlformats.org/drawingml/2006/main">
              <a:ext uri="{FF2B5EF4-FFF2-40B4-BE49-F238E27FC236}">
                <a16:creationId xmlns:a16="http://schemas.microsoft.com/office/drawing/2014/main" id="{16C37413-43AA-43CE-9A78-6106519C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819900"/>
            <a:ext cx="41148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component-696">
            <a:extLst xmlns:a="http://schemas.openxmlformats.org/drawingml/2006/main">
              <a:ext uri="{FF2B5EF4-FFF2-40B4-BE49-F238E27FC236}">
                <a16:creationId xmlns:a16="http://schemas.microsoft.com/office/drawing/2014/main" id="{A2002EAC-619B-4A80-A142-453C1742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953250"/>
            <a:ext cx="3810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7563"/>
                </a:solidFill>
                <a:latin typeface="Arial"/>
                <a:ea typeface="Arial"/>
                <a:cs typeface="Arial"/>
              </a:rPr>
              <a:t>Permanent sizing</a:t>
            </a:r>
          </a:p>
        </p:txBody>
      </p:sp>
      <p:sp>
        <p:nvSpPr>
          <p:cNvPr id="73" name="component-697">
            <a:extLst xmlns:a="http://schemas.openxmlformats.org/drawingml/2006/main">
              <a:ext uri="{FF2B5EF4-FFF2-40B4-BE49-F238E27FC236}">
                <a16:creationId xmlns:a16="http://schemas.microsoft.com/office/drawing/2014/main" id="{8A486E42-F234-4A14-935A-D945F48E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3533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563"/>
                </a:solidFill>
                <a:latin typeface="Arial"/>
                <a:ea typeface="Arial"/>
                <a:cs typeface="Arial"/>
              </a:rPr>
              <a:t>Footprint, floors and room capacity</a:t>
            </a:r>
          </a:p>
          <a:p xmlns:a="http://schemas.openxmlformats.org/drawingml/2006/main">
            <a:pPr algn="l">
              <a:defRPr sz="1350" b="0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563"/>
                </a:solidFill>
                <a:latin typeface="Arial"/>
                <a:ea typeface="Arial"/>
                <a:cs typeface="Arial"/>
              </a:rPr>
              <a:t>stay fixed after construction.</a:t>
            </a:r>
          </a:p>
        </p:txBody>
      </p:sp>
    </p:spTree>
    <p:extLst>
      <p:ext uri="{BB962C8B-B14F-4D97-AF65-F5344CB8AC3E}">
        <p14:creationId xmlns:p14="http://schemas.microsoft.com/office/powerpoint/2010/main" val="11938769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4AF512-E9BE-4C54-A3AF-4368759077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c2fe6faa74eb4"/>
          <a:stretch xmlns:a="http://schemas.openxmlformats.org/drawingml/2006/main"/>
        </p:blipFill>
        <p:spPr>
          <a:xfrm xmlns:a="http://schemas.openxmlformats.org/drawingml/2006/main">
            <a:off x="457200" y="304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component-698">
            <a:extLst xmlns:a="http://schemas.openxmlformats.org/drawingml/2006/main">
              <a:ext uri="{FF2B5EF4-FFF2-40B4-BE49-F238E27FC236}">
                <a16:creationId xmlns:a16="http://schemas.microsoft.com/office/drawing/2014/main" id="{E87FC3C2-07A0-4B8A-9D96-C2777581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7620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Management Tycoon</a:t>
            </a:r>
          </a:p>
        </p:txBody>
      </p:sp>
      <p:sp>
        <p:nvSpPr>
          <p:cNvPr id="3" name="component-699">
            <a:extLst xmlns:a="http://schemas.openxmlformats.org/drawingml/2006/main">
              <a:ext uri="{FF2B5EF4-FFF2-40B4-BE49-F238E27FC236}">
                <a16:creationId xmlns:a16="http://schemas.microsoft.com/office/drawing/2014/main" id="{C67141CA-FAAF-405A-8C99-85DFA4B1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1000"/>
            <a:ext cx="1219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  <p:sp>
        <p:nvSpPr>
          <p:cNvPr id="4" name="component-700">
            <a:extLst xmlns:a="http://schemas.openxmlformats.org/drawingml/2006/main">
              <a:ext uri="{FF2B5EF4-FFF2-40B4-BE49-F238E27FC236}">
                <a16:creationId xmlns:a16="http://schemas.microsoft.com/office/drawing/2014/main" id="{CCEDF658-C837-4D62-82F1-858DE4A6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onent-701">
            <a:extLst xmlns:a="http://schemas.openxmlformats.org/drawingml/2006/main">
              <a:ext uri="{FF2B5EF4-FFF2-40B4-BE49-F238E27FC236}">
                <a16:creationId xmlns:a16="http://schemas.microsoft.com/office/drawing/2014/main" id="{00DDDE23-C73C-4AB5-A8FC-B544F7BE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10 · Construction review</a:t>
            </a:r>
          </a:p>
        </p:txBody>
      </p:sp>
      <p:sp>
        <p:nvSpPr>
          <p:cNvPr id="6" name="component-702">
            <a:extLst xmlns:a="http://schemas.openxmlformats.org/drawingml/2006/main">
              <a:ext uri="{FF2B5EF4-FFF2-40B4-BE49-F238E27FC236}">
                <a16:creationId xmlns:a16="http://schemas.microsoft.com/office/drawing/2014/main" id="{695CFCD7-3CDA-4694-8070-574B4933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11430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Design reference. Sample values are illustrative.</a:t>
            </a:r>
          </a:p>
        </p:txBody>
      </p:sp>
      <p:sp>
        <p:nvSpPr>
          <p:cNvPr id="7" name="component-703">
            <a:extLst xmlns:a="http://schemas.openxmlformats.org/drawingml/2006/main">
              <a:ext uri="{FF2B5EF4-FFF2-40B4-BE49-F238E27FC236}">
                <a16:creationId xmlns:a16="http://schemas.microsoft.com/office/drawing/2014/main" id="{2FAA354C-CE07-4C41-A722-BEABEF15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7010400" cy="64770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" name="component-704">
            <a:extLst xmlns:a="http://schemas.openxmlformats.org/drawingml/2006/main">
              <a:ext uri="{FF2B5EF4-FFF2-40B4-BE49-F238E27FC236}">
                <a16:creationId xmlns:a16="http://schemas.microsoft.com/office/drawing/2014/main" id="{2E48EC6D-C68F-412E-AF84-AA0BEF91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5532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Construction plan</a:t>
            </a:r>
          </a:p>
        </p:txBody>
      </p:sp>
      <p:sp>
        <p:nvSpPr>
          <p:cNvPr id="9" name="component-705">
            <a:extLst xmlns:a="http://schemas.openxmlformats.org/drawingml/2006/main">
              <a:ext uri="{FF2B5EF4-FFF2-40B4-BE49-F238E27FC236}">
                <a16:creationId xmlns:a16="http://schemas.microsoft.com/office/drawing/2014/main" id="{40D98348-661A-48AF-9D9A-8B03FEF7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onent-706">
            <a:extLst xmlns:a="http://schemas.openxmlformats.org/drawingml/2006/main">
              <a:ext uri="{FF2B5EF4-FFF2-40B4-BE49-F238E27FC236}">
                <a16:creationId xmlns:a16="http://schemas.microsoft.com/office/drawing/2014/main" id="{DE6C159C-BEFB-45F5-BFDE-C5E09043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905000" cy="2286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1" name="component-707">
            <a:extLst xmlns:a="http://schemas.openxmlformats.org/drawingml/2006/main">
              <a:ext uri="{FF2B5EF4-FFF2-40B4-BE49-F238E27FC236}">
                <a16:creationId xmlns:a16="http://schemas.microsoft.com/office/drawing/2014/main" id="{33A4E0FD-448C-45CC-BF27-43FB558A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mponent-708">
            <a:extLst xmlns:a="http://schemas.openxmlformats.org/drawingml/2006/main">
              <a:ext uri="{FF2B5EF4-FFF2-40B4-BE49-F238E27FC236}">
                <a16:creationId xmlns:a16="http://schemas.microsoft.com/office/drawing/2014/main" id="{83617E30-6B33-487F-8460-194D02AC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APARTMENT</a:t>
            </a:r>
          </a:p>
        </p:txBody>
      </p:sp>
      <p:sp>
        <p:nvSpPr>
          <p:cNvPr id="13" name="component-709">
            <a:extLst xmlns:a="http://schemas.openxmlformats.org/drawingml/2006/main">
              <a:ext uri="{FF2B5EF4-FFF2-40B4-BE49-F238E27FC236}">
                <a16:creationId xmlns:a16="http://schemas.microsoft.com/office/drawing/2014/main" id="{11BA07D7-3853-49B8-874C-D550D2CD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mponent-710">
            <a:extLst xmlns:a="http://schemas.openxmlformats.org/drawingml/2006/main">
              <a:ext uri="{FF2B5EF4-FFF2-40B4-BE49-F238E27FC236}">
                <a16:creationId xmlns:a16="http://schemas.microsoft.com/office/drawing/2014/main" id="{52D33D39-E011-488A-ACAC-7666155A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957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mponent-711">
            <a:extLst xmlns:a="http://schemas.openxmlformats.org/drawingml/2006/main">
              <a:ext uri="{FF2B5EF4-FFF2-40B4-BE49-F238E27FC236}">
                <a16:creationId xmlns:a16="http://schemas.microsoft.com/office/drawing/2014/main" id="{396FB48A-BE0C-4ECA-8007-1005F6FC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957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mponent-712">
            <a:extLst xmlns:a="http://schemas.openxmlformats.org/drawingml/2006/main">
              <a:ext uri="{FF2B5EF4-FFF2-40B4-BE49-F238E27FC236}">
                <a16:creationId xmlns:a16="http://schemas.microsoft.com/office/drawing/2014/main" id="{A3571133-33BF-44EF-ACE1-B99EF0A9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onent-713">
            <a:extLst xmlns:a="http://schemas.openxmlformats.org/drawingml/2006/main">
              <a:ext uri="{FF2B5EF4-FFF2-40B4-BE49-F238E27FC236}">
                <a16:creationId xmlns:a16="http://schemas.microsoft.com/office/drawing/2014/main" id="{9352059C-92C8-46ED-A14A-9AA831E9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148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onent-714">
            <a:extLst xmlns:a="http://schemas.openxmlformats.org/drawingml/2006/main">
              <a:ext uri="{FF2B5EF4-FFF2-40B4-BE49-F238E27FC236}">
                <a16:creationId xmlns:a16="http://schemas.microsoft.com/office/drawing/2014/main" id="{37D3B965-0488-426F-B484-D3EC9F2F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148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mponent-715">
            <a:extLst xmlns:a="http://schemas.openxmlformats.org/drawingml/2006/main">
              <a:ext uri="{FF2B5EF4-FFF2-40B4-BE49-F238E27FC236}">
                <a16:creationId xmlns:a16="http://schemas.microsoft.com/office/drawing/2014/main" id="{24E8AB3C-B6E5-4D9B-8301-342D61D9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mponent-716">
            <a:extLst xmlns:a="http://schemas.openxmlformats.org/drawingml/2006/main">
              <a:ext uri="{FF2B5EF4-FFF2-40B4-BE49-F238E27FC236}">
                <a16:creationId xmlns:a16="http://schemas.microsoft.com/office/drawing/2014/main" id="{B6647C06-5B5E-4B8B-9B77-767B4445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339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mponent-717">
            <a:extLst xmlns:a="http://schemas.openxmlformats.org/drawingml/2006/main">
              <a:ext uri="{FF2B5EF4-FFF2-40B4-BE49-F238E27FC236}">
                <a16:creationId xmlns:a16="http://schemas.microsoft.com/office/drawing/2014/main" id="{7F3DA3D0-FE94-4265-8BA8-7961A34B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339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mponent-718">
            <a:extLst xmlns:a="http://schemas.openxmlformats.org/drawingml/2006/main">
              <a:ext uri="{FF2B5EF4-FFF2-40B4-BE49-F238E27FC236}">
                <a16:creationId xmlns:a16="http://schemas.microsoft.com/office/drawing/2014/main" id="{7782000D-4F4F-4BC4-95F3-33874229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mponent-719">
            <a:extLst xmlns:a="http://schemas.openxmlformats.org/drawingml/2006/main">
              <a:ext uri="{FF2B5EF4-FFF2-40B4-BE49-F238E27FC236}">
                <a16:creationId xmlns:a16="http://schemas.microsoft.com/office/drawing/2014/main" id="{4D6F6A0F-8A5A-481E-B3BB-7BBDC1A1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530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mponent-720">
            <a:extLst xmlns:a="http://schemas.openxmlformats.org/drawingml/2006/main">
              <a:ext uri="{FF2B5EF4-FFF2-40B4-BE49-F238E27FC236}">
                <a16:creationId xmlns:a16="http://schemas.microsoft.com/office/drawing/2014/main" id="{4EB077CE-FF8C-42CB-BF72-917625EB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530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mponent-721">
            <a:extLst xmlns:a="http://schemas.openxmlformats.org/drawingml/2006/main">
              <a:ext uri="{FF2B5EF4-FFF2-40B4-BE49-F238E27FC236}">
                <a16:creationId xmlns:a16="http://schemas.microsoft.com/office/drawing/2014/main" id="{920E6C9D-6461-484A-BC13-7A2626FF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95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mponent-722">
            <a:extLst xmlns:a="http://schemas.openxmlformats.org/drawingml/2006/main">
              <a:ext uri="{FF2B5EF4-FFF2-40B4-BE49-F238E27FC236}">
                <a16:creationId xmlns:a16="http://schemas.microsoft.com/office/drawing/2014/main" id="{F2A2EEA0-34A6-40A1-80E3-B4E4ABE1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76600"/>
            <a:ext cx="38100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Apartment</a:t>
            </a:r>
          </a:p>
        </p:txBody>
      </p:sp>
      <p:sp>
        <p:nvSpPr>
          <p:cNvPr id="27" name="component-723">
            <a:extLst xmlns:a="http://schemas.openxmlformats.org/drawingml/2006/main">
              <a:ext uri="{FF2B5EF4-FFF2-40B4-BE49-F238E27FC236}">
                <a16:creationId xmlns:a16="http://schemas.microsoft.com/office/drawing/2014/main" id="{368C5F36-0F7E-4C8A-915A-C2ECF0B8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24300"/>
            <a:ext cx="2438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Footprint</a:t>
            </a:r>
          </a:p>
        </p:txBody>
      </p:sp>
      <p:sp>
        <p:nvSpPr>
          <p:cNvPr id="28" name="component-724">
            <a:extLst xmlns:a="http://schemas.openxmlformats.org/drawingml/2006/main">
              <a:ext uri="{FF2B5EF4-FFF2-40B4-BE49-F238E27FC236}">
                <a16:creationId xmlns:a16="http://schemas.microsoft.com/office/drawing/2014/main" id="{A4433FDE-8CDD-4EEC-8026-1A8EE3CA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2430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3 × 2 plots</a:t>
            </a:r>
          </a:p>
        </p:txBody>
      </p:sp>
      <p:sp>
        <p:nvSpPr>
          <p:cNvPr id="29" name="component-725">
            <a:extLst xmlns:a="http://schemas.openxmlformats.org/drawingml/2006/main">
              <a:ext uri="{FF2B5EF4-FFF2-40B4-BE49-F238E27FC236}">
                <a16:creationId xmlns:a16="http://schemas.microsoft.com/office/drawing/2014/main" id="{84EE7D43-702C-4EE7-80DC-0B8D2BBA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2435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mponent-726">
            <a:extLst xmlns:a="http://schemas.openxmlformats.org/drawingml/2006/main">
              <a:ext uri="{FF2B5EF4-FFF2-40B4-BE49-F238E27FC236}">
                <a16:creationId xmlns:a16="http://schemas.microsoft.com/office/drawing/2014/main" id="{55EC8A34-141F-489C-98D8-263055DD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33900"/>
            <a:ext cx="2438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Above-ground floors</a:t>
            </a:r>
          </a:p>
        </p:txBody>
      </p:sp>
      <p:sp>
        <p:nvSpPr>
          <p:cNvPr id="31" name="component-727">
            <a:extLst xmlns:a="http://schemas.openxmlformats.org/drawingml/2006/main">
              <a:ext uri="{FF2B5EF4-FFF2-40B4-BE49-F238E27FC236}">
                <a16:creationId xmlns:a16="http://schemas.microsoft.com/office/drawing/2014/main" id="{B758541C-011C-4331-9A86-1F7AA04C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3390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component-728">
            <a:extLst xmlns:a="http://schemas.openxmlformats.org/drawingml/2006/main">
              <a:ext uri="{FF2B5EF4-FFF2-40B4-BE49-F238E27FC236}">
                <a16:creationId xmlns:a16="http://schemas.microsoft.com/office/drawing/2014/main" id="{C8999649-5D61-47E7-B5A3-0D629FC7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3395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mponent-729">
            <a:extLst xmlns:a="http://schemas.openxmlformats.org/drawingml/2006/main">
              <a:ext uri="{FF2B5EF4-FFF2-40B4-BE49-F238E27FC236}">
                <a16:creationId xmlns:a16="http://schemas.microsoft.com/office/drawing/2014/main" id="{5581804B-F4E9-486C-ACF8-935160D7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3500"/>
            <a:ext cx="2438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Rooms per floor</a:t>
            </a:r>
          </a:p>
        </p:txBody>
      </p:sp>
      <p:sp>
        <p:nvSpPr>
          <p:cNvPr id="34" name="component-730">
            <a:extLst xmlns:a="http://schemas.openxmlformats.org/drawingml/2006/main">
              <a:ext uri="{FF2B5EF4-FFF2-40B4-BE49-F238E27FC236}">
                <a16:creationId xmlns:a16="http://schemas.microsoft.com/office/drawing/2014/main" id="{3CBBB564-420F-4BD1-B19B-F9D6DF94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14350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Calculated</a:t>
            </a:r>
          </a:p>
        </p:txBody>
      </p:sp>
      <p:sp>
        <p:nvSpPr>
          <p:cNvPr id="35" name="component-731">
            <a:extLst xmlns:a="http://schemas.openxmlformats.org/drawingml/2006/main">
              <a:ext uri="{FF2B5EF4-FFF2-40B4-BE49-F238E27FC236}">
                <a16:creationId xmlns:a16="http://schemas.microsoft.com/office/drawing/2014/main" id="{2D36FF23-79B4-438A-8E89-B411FE5E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54355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mponent-732">
            <a:extLst xmlns:a="http://schemas.openxmlformats.org/drawingml/2006/main">
              <a:ext uri="{FF2B5EF4-FFF2-40B4-BE49-F238E27FC236}">
                <a16:creationId xmlns:a16="http://schemas.microsoft.com/office/drawing/2014/main" id="{55E0D8E1-A6B5-4B24-9831-4B398D31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553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onent-733">
            <a:extLst xmlns:a="http://schemas.openxmlformats.org/drawingml/2006/main">
              <a:ext uri="{FF2B5EF4-FFF2-40B4-BE49-F238E27FC236}">
                <a16:creationId xmlns:a16="http://schemas.microsoft.com/office/drawing/2014/main" id="{70BDF90F-3AA0-4A60-9C10-3F48613D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48450"/>
            <a:ext cx="6096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7563"/>
                </a:solidFill>
                <a:latin typeface="Arial"/>
                <a:ea typeface="Arial"/>
                <a:cs typeface="Arial"/>
              </a:rPr>
              <a:t>Sizing stays fixed after building.</a:t>
            </a:r>
          </a:p>
        </p:txBody>
      </p:sp>
      <p:sp>
        <p:nvSpPr>
          <p:cNvPr id="38" name="component-734">
            <a:extLst xmlns:a="http://schemas.openxmlformats.org/drawingml/2006/main">
              <a:ext uri="{FF2B5EF4-FFF2-40B4-BE49-F238E27FC236}">
                <a16:creationId xmlns:a16="http://schemas.microsoft.com/office/drawing/2014/main" id="{FEEA93F8-9FD1-41E8-B774-5BD3546E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0"/>
            <a:ext cx="60960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563"/>
                </a:solidFill>
                <a:latin typeface="Arial"/>
                <a:ea typeface="Arial"/>
                <a:cs typeface="Arial"/>
              </a:rPr>
              <a:t>Review the footprint and floor count carefully.</a:t>
            </a:r>
          </a:p>
        </p:txBody>
      </p:sp>
      <p:sp>
        <p:nvSpPr>
          <p:cNvPr id="39" name="component-735">
            <a:extLst xmlns:a="http://schemas.openxmlformats.org/drawingml/2006/main">
              <a:ext uri="{FF2B5EF4-FFF2-40B4-BE49-F238E27FC236}">
                <a16:creationId xmlns:a16="http://schemas.microsoft.com/office/drawing/2014/main" id="{C029C9D5-E907-422E-8CB3-2EB895DE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7010400" cy="64770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0" name="component-736">
            <a:extLst xmlns:a="http://schemas.openxmlformats.org/drawingml/2006/main">
              <a:ext uri="{FF2B5EF4-FFF2-40B4-BE49-F238E27FC236}">
                <a16:creationId xmlns:a16="http://schemas.microsoft.com/office/drawing/2014/main" id="{988FAC70-768C-44B8-B445-DC5DEC02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65532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Review cost</a:t>
            </a:r>
          </a:p>
        </p:txBody>
      </p:sp>
      <p:sp>
        <p:nvSpPr>
          <p:cNvPr id="41" name="component-737">
            <a:extLst xmlns:a="http://schemas.openxmlformats.org/drawingml/2006/main">
              <a:ext uri="{FF2B5EF4-FFF2-40B4-BE49-F238E27FC236}">
                <a16:creationId xmlns:a16="http://schemas.microsoft.com/office/drawing/2014/main" id="{F9F4379D-3B7E-4635-99B9-7F670588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mponent-738">
            <a:extLst xmlns:a="http://schemas.openxmlformats.org/drawingml/2006/main">
              <a:ext uri="{FF2B5EF4-FFF2-40B4-BE49-F238E27FC236}">
                <a16:creationId xmlns:a16="http://schemas.microsoft.com/office/drawing/2014/main" id="{8E36A58C-0D6C-41E4-B020-A1ADD374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76600"/>
            <a:ext cx="419404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43" name="component-739">
            <a:extLst xmlns:a="http://schemas.openxmlformats.org/drawingml/2006/main">
              <a:ext uri="{FF2B5EF4-FFF2-40B4-BE49-F238E27FC236}">
                <a16:creationId xmlns:a16="http://schemas.microsoft.com/office/drawing/2014/main" id="{B1EC3BEB-C5A2-4738-A607-B9415CB3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0" y="3276600"/>
            <a:ext cx="26212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Estimate</a:t>
            </a:r>
          </a:p>
        </p:txBody>
      </p:sp>
      <p:sp>
        <p:nvSpPr>
          <p:cNvPr id="44" name="component-740">
            <a:extLst xmlns:a="http://schemas.openxmlformats.org/drawingml/2006/main">
              <a:ext uri="{FF2B5EF4-FFF2-40B4-BE49-F238E27FC236}">
                <a16:creationId xmlns:a16="http://schemas.microsoft.com/office/drawing/2014/main" id="{D2D544C9-CDDE-4156-B02D-35C85954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7665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omponent-741">
            <a:extLst xmlns:a="http://schemas.openxmlformats.org/drawingml/2006/main">
              <a:ext uri="{FF2B5EF4-FFF2-40B4-BE49-F238E27FC236}">
                <a16:creationId xmlns:a16="http://schemas.microsoft.com/office/drawing/2014/main" id="{A22ACD04-5AB8-4171-BAE5-197E35B4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419404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Daily maintenance</a:t>
            </a:r>
          </a:p>
        </p:txBody>
      </p:sp>
      <p:sp>
        <p:nvSpPr>
          <p:cNvPr id="46" name="component-742">
            <a:extLst xmlns:a="http://schemas.openxmlformats.org/drawingml/2006/main">
              <a:ext uri="{FF2B5EF4-FFF2-40B4-BE49-F238E27FC236}">
                <a16:creationId xmlns:a16="http://schemas.microsoft.com/office/drawing/2014/main" id="{0599FA43-2725-4D04-8A77-5BA9B00B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0" y="3962400"/>
            <a:ext cx="26212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Estimate</a:t>
            </a:r>
          </a:p>
        </p:txBody>
      </p:sp>
      <p:sp>
        <p:nvSpPr>
          <p:cNvPr id="47" name="component-743">
            <a:extLst xmlns:a="http://schemas.openxmlformats.org/drawingml/2006/main">
              <a:ext uri="{FF2B5EF4-FFF2-40B4-BE49-F238E27FC236}">
                <a16:creationId xmlns:a16="http://schemas.microsoft.com/office/drawing/2014/main" id="{6A582CF7-71E0-45CE-8F81-2459125D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6245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omponent-744">
            <a:extLst xmlns:a="http://schemas.openxmlformats.org/drawingml/2006/main">
              <a:ext uri="{FF2B5EF4-FFF2-40B4-BE49-F238E27FC236}">
                <a16:creationId xmlns:a16="http://schemas.microsoft.com/office/drawing/2014/main" id="{70D6F5B7-A617-484B-8E75-C040A706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48200"/>
            <a:ext cx="419404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Current funds</a:t>
            </a:r>
          </a:p>
        </p:txBody>
      </p:sp>
      <p:sp>
        <p:nvSpPr>
          <p:cNvPr id="49" name="component-745">
            <a:extLst xmlns:a="http://schemas.openxmlformats.org/drawingml/2006/main">
              <a:ext uri="{FF2B5EF4-FFF2-40B4-BE49-F238E27FC236}">
                <a16:creationId xmlns:a16="http://schemas.microsoft.com/office/drawing/2014/main" id="{D371379E-7EDC-44F5-8B10-46219CEE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0" y="4648200"/>
            <a:ext cx="26212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$12,000</a:t>
            </a:r>
          </a:p>
        </p:txBody>
      </p:sp>
      <p:sp>
        <p:nvSpPr>
          <p:cNvPr id="50" name="component-746">
            <a:extLst xmlns:a="http://schemas.openxmlformats.org/drawingml/2006/main">
              <a:ext uri="{FF2B5EF4-FFF2-40B4-BE49-F238E27FC236}">
                <a16:creationId xmlns:a16="http://schemas.microsoft.com/office/drawing/2014/main" id="{6E7B0271-B7AD-4102-8BD2-B992B1BF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omponent-747">
            <a:extLst xmlns:a="http://schemas.openxmlformats.org/drawingml/2006/main">
              <a:ext uri="{FF2B5EF4-FFF2-40B4-BE49-F238E27FC236}">
                <a16:creationId xmlns:a16="http://schemas.microsoft.com/office/drawing/2014/main" id="{D42814BA-A227-4F84-A9FD-F37B1C20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24500"/>
            <a:ext cx="6553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Review the total cost before building.</a:t>
            </a:r>
          </a:p>
        </p:txBody>
      </p:sp>
      <p:sp>
        <p:nvSpPr>
          <p:cNvPr id="52" name="component-748">
            <a:extLst xmlns:a="http://schemas.openxmlformats.org/drawingml/2006/main">
              <a:ext uri="{FF2B5EF4-FFF2-40B4-BE49-F238E27FC236}">
                <a16:creationId xmlns:a16="http://schemas.microsoft.com/office/drawing/2014/main" id="{595F56D6-B927-46CD-891C-CB3BCE7C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248400"/>
            <a:ext cx="6553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component-749">
            <a:extLst xmlns:a="http://schemas.openxmlformats.org/drawingml/2006/main">
              <a:ext uri="{FF2B5EF4-FFF2-40B4-BE49-F238E27FC236}">
                <a16:creationId xmlns:a16="http://schemas.microsoft.com/office/drawing/2014/main" id="{6080933E-229C-4E81-8FA8-6BC562EF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324600"/>
            <a:ext cx="632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Confirm construction</a:t>
            </a:r>
          </a:p>
        </p:txBody>
      </p:sp>
      <p:sp>
        <p:nvSpPr>
          <p:cNvPr id="54" name="component-750">
            <a:extLst xmlns:a="http://schemas.openxmlformats.org/drawingml/2006/main">
              <a:ext uri="{FF2B5EF4-FFF2-40B4-BE49-F238E27FC236}">
                <a16:creationId xmlns:a16="http://schemas.microsoft.com/office/drawing/2014/main" id="{0D1A8A0F-8879-47A5-8C53-26073702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353300"/>
            <a:ext cx="65532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omponent-751">
            <a:extLst xmlns:a="http://schemas.openxmlformats.org/drawingml/2006/main">
              <a:ext uri="{FF2B5EF4-FFF2-40B4-BE49-F238E27FC236}">
                <a16:creationId xmlns:a16="http://schemas.microsoft.com/office/drawing/2014/main" id="{3BC83BCE-F6B9-4AEC-9D53-FC915A49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391400"/>
            <a:ext cx="636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B9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B943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343"/>
                </a:solidFill>
                <a:latin typeface="Arial"/>
                <a:ea typeface="Arial"/>
                <a:cs typeface="Arial"/>
              </a:rPr>
              <a:t>Insufficient funds</a:t>
            </a:r>
          </a:p>
        </p:txBody>
      </p:sp>
      <p:sp>
        <p:nvSpPr>
          <p:cNvPr id="56" name="component-752">
            <a:extLst xmlns:a="http://schemas.openxmlformats.org/drawingml/2006/main">
              <a:ext uri="{FF2B5EF4-FFF2-40B4-BE49-F238E27FC236}">
                <a16:creationId xmlns:a16="http://schemas.microsoft.com/office/drawing/2014/main" id="{20D36ED5-E65B-4DDF-889A-7F7A2FE3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848600"/>
            <a:ext cx="6553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Earn more before building. Your plan stays available.</a:t>
            </a:r>
          </a:p>
        </p:txBody>
      </p:sp>
    </p:spTree>
    <p:extLst>
      <p:ext uri="{BB962C8B-B14F-4D97-AF65-F5344CB8AC3E}">
        <p14:creationId xmlns:p14="http://schemas.microsoft.com/office/powerpoint/2010/main" val="4888587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666A2F4-BF18-4458-B336-500379DA3E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f4cf6e4cd4274"/>
          <a:stretch xmlns:a="http://schemas.openxmlformats.org/drawingml/2006/main"/>
        </p:blipFill>
        <p:spPr>
          <a:xfrm xmlns:a="http://schemas.openxmlformats.org/drawingml/2006/main">
            <a:off x="457200" y="304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component-753">
            <a:extLst xmlns:a="http://schemas.openxmlformats.org/drawingml/2006/main">
              <a:ext uri="{FF2B5EF4-FFF2-40B4-BE49-F238E27FC236}">
                <a16:creationId xmlns:a16="http://schemas.microsoft.com/office/drawing/2014/main" id="{AFC89C15-D400-4674-84E0-CC46F560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7620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Management Tycoon</a:t>
            </a:r>
          </a:p>
        </p:txBody>
      </p:sp>
      <p:sp>
        <p:nvSpPr>
          <p:cNvPr id="3" name="component-754">
            <a:extLst xmlns:a="http://schemas.openxmlformats.org/drawingml/2006/main">
              <a:ext uri="{FF2B5EF4-FFF2-40B4-BE49-F238E27FC236}">
                <a16:creationId xmlns:a16="http://schemas.microsoft.com/office/drawing/2014/main" id="{A10E87F3-CC34-492E-A95E-C5525D95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1000"/>
            <a:ext cx="1219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  <p:sp>
        <p:nvSpPr>
          <p:cNvPr id="4" name="component-755">
            <a:extLst xmlns:a="http://schemas.openxmlformats.org/drawingml/2006/main">
              <a:ext uri="{FF2B5EF4-FFF2-40B4-BE49-F238E27FC236}">
                <a16:creationId xmlns:a16="http://schemas.microsoft.com/office/drawing/2014/main" id="{20733FFE-1A65-4800-8F07-F656B013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onent-756">
            <a:extLst xmlns:a="http://schemas.openxmlformats.org/drawingml/2006/main">
              <a:ext uri="{FF2B5EF4-FFF2-40B4-BE49-F238E27FC236}">
                <a16:creationId xmlns:a16="http://schemas.microsoft.com/office/drawing/2014/main" id="{21E0C2FF-C577-4254-8DE2-B2A8C223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11 · Building cross-section</a:t>
            </a:r>
          </a:p>
        </p:txBody>
      </p:sp>
      <p:sp>
        <p:nvSpPr>
          <p:cNvPr id="6" name="component-757">
            <a:extLst xmlns:a="http://schemas.openxmlformats.org/drawingml/2006/main">
              <a:ext uri="{FF2B5EF4-FFF2-40B4-BE49-F238E27FC236}">
                <a16:creationId xmlns:a16="http://schemas.microsoft.com/office/drawing/2014/main" id="{03A48F1F-0F2B-4968-AF00-165768CD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11430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Design reference. Sample values are illustrative.</a:t>
            </a:r>
          </a:p>
        </p:txBody>
      </p:sp>
      <p:sp>
        <p:nvSpPr>
          <p:cNvPr id="7" name="component-758">
            <a:extLst xmlns:a="http://schemas.openxmlformats.org/drawingml/2006/main">
              <a:ext uri="{FF2B5EF4-FFF2-40B4-BE49-F238E27FC236}">
                <a16:creationId xmlns:a16="http://schemas.microsoft.com/office/drawing/2014/main" id="{16DDC7A4-E2A3-4B41-A5CD-40F2E5EC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9448800" cy="64770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" name="component-759">
            <a:extLst xmlns:a="http://schemas.openxmlformats.org/drawingml/2006/main">
              <a:ext uri="{FF2B5EF4-FFF2-40B4-BE49-F238E27FC236}">
                <a16:creationId xmlns:a16="http://schemas.microsoft.com/office/drawing/2014/main" id="{A701DB46-E8BE-438D-8D8A-F7D2C6D8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991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North Offices</a:t>
            </a:r>
          </a:p>
        </p:txBody>
      </p:sp>
      <p:sp>
        <p:nvSpPr>
          <p:cNvPr id="9" name="component-760">
            <a:extLst xmlns:a="http://schemas.openxmlformats.org/drawingml/2006/main">
              <a:ext uri="{FF2B5EF4-FFF2-40B4-BE49-F238E27FC236}">
                <a16:creationId xmlns:a16="http://schemas.microsoft.com/office/drawing/2014/main" id="{664E5BC4-CC6C-4B6B-8306-73EECF9C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onent-761">
            <a:extLst xmlns:a="http://schemas.openxmlformats.org/drawingml/2006/main">
              <a:ext uri="{FF2B5EF4-FFF2-40B4-BE49-F238E27FC236}">
                <a16:creationId xmlns:a16="http://schemas.microsoft.com/office/drawing/2014/main" id="{6B9F7761-012F-4390-9A76-F8D6F13A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294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1" name="component-762">
            <a:extLst xmlns:a="http://schemas.openxmlformats.org/drawingml/2006/main">
              <a:ext uri="{FF2B5EF4-FFF2-40B4-BE49-F238E27FC236}">
                <a16:creationId xmlns:a16="http://schemas.microsoft.com/office/drawing/2014/main" id="{0B1F79E7-4C94-4A53-BC77-D5E48CBF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4953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component-763">
            <a:extLst xmlns:a="http://schemas.openxmlformats.org/drawingml/2006/main">
              <a:ext uri="{FF2B5EF4-FFF2-40B4-BE49-F238E27FC236}">
                <a16:creationId xmlns:a16="http://schemas.microsoft.com/office/drawing/2014/main" id="{62990ABA-DE18-4561-B735-B96EF1AC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62300"/>
            <a:ext cx="55626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mponent-764">
            <a:extLst xmlns:a="http://schemas.openxmlformats.org/drawingml/2006/main">
              <a:ext uri="{FF2B5EF4-FFF2-40B4-BE49-F238E27FC236}">
                <a16:creationId xmlns:a16="http://schemas.microsoft.com/office/drawing/2014/main" id="{3E455F25-C5E5-40D9-AB6C-8B88C8F3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5257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Whole-floor lease</a:t>
            </a:r>
          </a:p>
        </p:txBody>
      </p:sp>
      <p:sp>
        <p:nvSpPr>
          <p:cNvPr id="14" name="component-765">
            <a:extLst xmlns:a="http://schemas.openxmlformats.org/drawingml/2006/main">
              <a:ext uri="{FF2B5EF4-FFF2-40B4-BE49-F238E27FC236}">
                <a16:creationId xmlns:a16="http://schemas.microsoft.com/office/drawing/2014/main" id="{70001C57-0BE6-4548-8357-DB824B83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6100"/>
            <a:ext cx="152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mponent-766">
            <a:extLst xmlns:a="http://schemas.openxmlformats.org/drawingml/2006/main">
              <a:ext uri="{FF2B5EF4-FFF2-40B4-BE49-F238E27FC236}">
                <a16:creationId xmlns:a16="http://schemas.microsoft.com/office/drawing/2014/main" id="{D7BDDE12-B9B2-4A8B-90CE-4F96DF3C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66294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9525">
            <a:solidFill>
              <a:srgbClr val="237563"/>
            </a:solidFill>
            <a:prstDash val="solid"/>
          </a:ln>
        </p:spPr>
      </p:sp>
      <p:sp>
        <p:nvSpPr>
          <p:cNvPr id="16" name="component-767">
            <a:extLst xmlns:a="http://schemas.openxmlformats.org/drawingml/2006/main">
              <a:ext uri="{FF2B5EF4-FFF2-40B4-BE49-F238E27FC236}">
                <a16:creationId xmlns:a16="http://schemas.microsoft.com/office/drawing/2014/main" id="{8130C11B-EFBA-42AA-AB0F-2633CB20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953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component-768">
            <a:extLst xmlns:a="http://schemas.openxmlformats.org/drawingml/2006/main">
              <a:ext uri="{FF2B5EF4-FFF2-40B4-BE49-F238E27FC236}">
                <a16:creationId xmlns:a16="http://schemas.microsoft.com/office/drawing/2014/main" id="{55CF5CF4-6A0B-415D-8C2B-F3C9CF3E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00500"/>
            <a:ext cx="55626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onent-769">
            <a:extLst xmlns:a="http://schemas.openxmlformats.org/drawingml/2006/main">
              <a:ext uri="{FF2B5EF4-FFF2-40B4-BE49-F238E27FC236}">
                <a16:creationId xmlns:a16="http://schemas.microsoft.com/office/drawing/2014/main" id="{C838CFDA-084E-487F-AABE-29F7F608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5257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Whole-floor lease</a:t>
            </a:r>
          </a:p>
        </p:txBody>
      </p:sp>
      <p:sp>
        <p:nvSpPr>
          <p:cNvPr id="19" name="component-770">
            <a:extLst xmlns:a="http://schemas.openxmlformats.org/drawingml/2006/main">
              <a:ext uri="{FF2B5EF4-FFF2-40B4-BE49-F238E27FC236}">
                <a16:creationId xmlns:a16="http://schemas.microsoft.com/office/drawing/2014/main" id="{0DE0FC16-1461-4882-AD4B-830DA9BF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24300"/>
            <a:ext cx="152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mponent-771">
            <a:extLst xmlns:a="http://schemas.openxmlformats.org/drawingml/2006/main">
              <a:ext uri="{FF2B5EF4-FFF2-40B4-BE49-F238E27FC236}">
                <a16:creationId xmlns:a16="http://schemas.microsoft.com/office/drawing/2014/main" id="{4BF2EA8D-07CE-41C9-8835-7417FDF2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66294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1" name="component-772">
            <a:extLst xmlns:a="http://schemas.openxmlformats.org/drawingml/2006/main">
              <a:ext uri="{FF2B5EF4-FFF2-40B4-BE49-F238E27FC236}">
                <a16:creationId xmlns:a16="http://schemas.microsoft.com/office/drawing/2014/main" id="{4040A7C8-1DB2-41DB-A5F8-BC7164DA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component-773">
            <a:extLst xmlns:a="http://schemas.openxmlformats.org/drawingml/2006/main">
              <a:ext uri="{FF2B5EF4-FFF2-40B4-BE49-F238E27FC236}">
                <a16:creationId xmlns:a16="http://schemas.microsoft.com/office/drawing/2014/main" id="{F6E910D3-1BB5-436E-86A2-42B3788D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38700"/>
            <a:ext cx="55626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mponent-774">
            <a:extLst xmlns:a="http://schemas.openxmlformats.org/drawingml/2006/main">
              <a:ext uri="{FF2B5EF4-FFF2-40B4-BE49-F238E27FC236}">
                <a16:creationId xmlns:a16="http://schemas.microsoft.com/office/drawing/2014/main" id="{73049583-5574-4ADC-8BA5-391A8774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5257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Whole-floor lease</a:t>
            </a:r>
          </a:p>
        </p:txBody>
      </p:sp>
      <p:sp>
        <p:nvSpPr>
          <p:cNvPr id="24" name="component-775">
            <a:extLst xmlns:a="http://schemas.openxmlformats.org/drawingml/2006/main">
              <a:ext uri="{FF2B5EF4-FFF2-40B4-BE49-F238E27FC236}">
                <a16:creationId xmlns:a16="http://schemas.microsoft.com/office/drawing/2014/main" id="{E59CEF61-E712-4320-95A9-D725C5D7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152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mponent-776">
            <a:extLst xmlns:a="http://schemas.openxmlformats.org/drawingml/2006/main">
              <a:ext uri="{FF2B5EF4-FFF2-40B4-BE49-F238E27FC236}">
                <a16:creationId xmlns:a16="http://schemas.microsoft.com/office/drawing/2014/main" id="{38028D81-068A-4416-BCCE-377A7968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66294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6" name="component-777">
            <a:extLst xmlns:a="http://schemas.openxmlformats.org/drawingml/2006/main">
              <a:ext uri="{FF2B5EF4-FFF2-40B4-BE49-F238E27FC236}">
                <a16:creationId xmlns:a16="http://schemas.microsoft.com/office/drawing/2014/main" id="{7BE1E453-3FC7-4F3C-9F24-5AF96D39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91200"/>
            <a:ext cx="4953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27" name="component-778">
            <a:extLst xmlns:a="http://schemas.openxmlformats.org/drawingml/2006/main">
              <a:ext uri="{FF2B5EF4-FFF2-40B4-BE49-F238E27FC236}">
                <a16:creationId xmlns:a16="http://schemas.microsoft.com/office/drawing/2014/main" id="{57914204-E185-44C4-9972-EEB87F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76900"/>
            <a:ext cx="136207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mponent-779">
            <a:extLst xmlns:a="http://schemas.openxmlformats.org/drawingml/2006/main">
              <a:ext uri="{FF2B5EF4-FFF2-40B4-BE49-F238E27FC236}">
                <a16:creationId xmlns:a16="http://schemas.microsoft.com/office/drawing/2014/main" id="{48156826-8623-42BD-B81E-4CC318A4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73405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29" name="component-780">
            <a:extLst xmlns:a="http://schemas.openxmlformats.org/drawingml/2006/main">
              <a:ext uri="{FF2B5EF4-FFF2-40B4-BE49-F238E27FC236}">
                <a16:creationId xmlns:a16="http://schemas.microsoft.com/office/drawing/2014/main" id="{606E2F13-876B-4B02-BE72-81D429D0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676900"/>
            <a:ext cx="136207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mponent-781">
            <a:extLst xmlns:a="http://schemas.openxmlformats.org/drawingml/2006/main">
              <a:ext uri="{FF2B5EF4-FFF2-40B4-BE49-F238E27FC236}">
                <a16:creationId xmlns:a16="http://schemas.microsoft.com/office/drawing/2014/main" id="{502C3FAF-76C6-4CAA-A313-05A4D835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73405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31" name="component-782">
            <a:extLst xmlns:a="http://schemas.openxmlformats.org/drawingml/2006/main">
              <a:ext uri="{FF2B5EF4-FFF2-40B4-BE49-F238E27FC236}">
                <a16:creationId xmlns:a16="http://schemas.microsoft.com/office/drawing/2014/main" id="{78B17EDE-63E9-46A4-9185-4F71960F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676900"/>
            <a:ext cx="136207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omponent-783">
            <a:extLst xmlns:a="http://schemas.openxmlformats.org/drawingml/2006/main">
              <a:ext uri="{FF2B5EF4-FFF2-40B4-BE49-F238E27FC236}">
                <a16:creationId xmlns:a16="http://schemas.microsoft.com/office/drawing/2014/main" id="{34F2E9EB-541A-4D5B-8FAB-7F09548A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73405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33" name="component-784">
            <a:extLst xmlns:a="http://schemas.openxmlformats.org/drawingml/2006/main">
              <a:ext uri="{FF2B5EF4-FFF2-40B4-BE49-F238E27FC236}">
                <a16:creationId xmlns:a16="http://schemas.microsoft.com/office/drawing/2014/main" id="{B8CAD063-257F-40E5-A63C-F1E7EF9F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676900"/>
            <a:ext cx="136207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omponent-785">
            <a:extLst xmlns:a="http://schemas.openxmlformats.org/drawingml/2006/main">
              <a:ext uri="{FF2B5EF4-FFF2-40B4-BE49-F238E27FC236}">
                <a16:creationId xmlns:a16="http://schemas.microsoft.com/office/drawing/2014/main" id="{652FDA5E-CE71-402E-8BD2-A019643A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73405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35" name="component-786">
            <a:extLst xmlns:a="http://schemas.openxmlformats.org/drawingml/2006/main">
              <a:ext uri="{FF2B5EF4-FFF2-40B4-BE49-F238E27FC236}">
                <a16:creationId xmlns:a16="http://schemas.microsoft.com/office/drawing/2014/main" id="{E3C17919-A26B-4706-9EF6-2441A595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00700"/>
            <a:ext cx="152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mponent-787">
            <a:extLst xmlns:a="http://schemas.openxmlformats.org/drawingml/2006/main">
              <a:ext uri="{FF2B5EF4-FFF2-40B4-BE49-F238E27FC236}">
                <a16:creationId xmlns:a16="http://schemas.microsoft.com/office/drawing/2014/main" id="{46FB9C64-7BA4-4219-8A84-B4BA54FC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66294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7" name="component-788">
            <a:extLst xmlns:a="http://schemas.openxmlformats.org/drawingml/2006/main">
              <a:ext uri="{FF2B5EF4-FFF2-40B4-BE49-F238E27FC236}">
                <a16:creationId xmlns:a16="http://schemas.microsoft.com/office/drawing/2014/main" id="{008A27FF-5F08-4A0B-8161-15493D27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29400"/>
            <a:ext cx="4953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38" name="component-789">
            <a:extLst xmlns:a="http://schemas.openxmlformats.org/drawingml/2006/main">
              <a:ext uri="{FF2B5EF4-FFF2-40B4-BE49-F238E27FC236}">
                <a16:creationId xmlns:a16="http://schemas.microsoft.com/office/drawing/2014/main" id="{BECA65EB-C907-49CB-AD09-CC71D77D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15100"/>
            <a:ext cx="136207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onent-790">
            <a:extLst xmlns:a="http://schemas.openxmlformats.org/drawingml/2006/main">
              <a:ext uri="{FF2B5EF4-FFF2-40B4-BE49-F238E27FC236}">
                <a16:creationId xmlns:a16="http://schemas.microsoft.com/office/drawing/2014/main" id="{9C95EE7F-ED36-43E6-B8D3-2F2E66C7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7225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0" name="component-791">
            <a:extLst xmlns:a="http://schemas.openxmlformats.org/drawingml/2006/main">
              <a:ext uri="{FF2B5EF4-FFF2-40B4-BE49-F238E27FC236}">
                <a16:creationId xmlns:a16="http://schemas.microsoft.com/office/drawing/2014/main" id="{8A8FC8D5-2336-4799-9DD0-84B804B3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6515100"/>
            <a:ext cx="136207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omponent-792">
            <a:extLst xmlns:a="http://schemas.openxmlformats.org/drawingml/2006/main">
              <a:ext uri="{FF2B5EF4-FFF2-40B4-BE49-F238E27FC236}">
                <a16:creationId xmlns:a16="http://schemas.microsoft.com/office/drawing/2014/main" id="{FCFA7173-8E7C-4866-BB79-57305D4D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657225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2" name="component-793">
            <a:extLst xmlns:a="http://schemas.openxmlformats.org/drawingml/2006/main">
              <a:ext uri="{FF2B5EF4-FFF2-40B4-BE49-F238E27FC236}">
                <a16:creationId xmlns:a16="http://schemas.microsoft.com/office/drawing/2014/main" id="{0F5C6276-1A87-48E6-80B0-FAE7BEED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515100"/>
            <a:ext cx="136207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onent-794">
            <a:extLst xmlns:a="http://schemas.openxmlformats.org/drawingml/2006/main">
              <a:ext uri="{FF2B5EF4-FFF2-40B4-BE49-F238E27FC236}">
                <a16:creationId xmlns:a16="http://schemas.microsoft.com/office/drawing/2014/main" id="{A92929BA-2355-4E89-BC15-D189EF6B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57225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4" name="component-795">
            <a:extLst xmlns:a="http://schemas.openxmlformats.org/drawingml/2006/main">
              <a:ext uri="{FF2B5EF4-FFF2-40B4-BE49-F238E27FC236}">
                <a16:creationId xmlns:a16="http://schemas.microsoft.com/office/drawing/2014/main" id="{44FB35FA-3A24-4CCD-A692-FA0F17EB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515100"/>
            <a:ext cx="136207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omponent-796">
            <a:extLst xmlns:a="http://schemas.openxmlformats.org/drawingml/2006/main">
              <a:ext uri="{FF2B5EF4-FFF2-40B4-BE49-F238E27FC236}">
                <a16:creationId xmlns:a16="http://schemas.microsoft.com/office/drawing/2014/main" id="{DB10B190-D0A9-4AC1-8CB0-06F213E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57225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6" name="component-797">
            <a:extLst xmlns:a="http://schemas.openxmlformats.org/drawingml/2006/main">
              <a:ext uri="{FF2B5EF4-FFF2-40B4-BE49-F238E27FC236}">
                <a16:creationId xmlns:a16="http://schemas.microsoft.com/office/drawing/2014/main" id="{13D7E57D-DFD4-4CE3-8452-D349E6C8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38900"/>
            <a:ext cx="152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mponent-798">
            <a:extLst xmlns:a="http://schemas.openxmlformats.org/drawingml/2006/main">
              <a:ext uri="{FF2B5EF4-FFF2-40B4-BE49-F238E27FC236}">
                <a16:creationId xmlns:a16="http://schemas.microsoft.com/office/drawing/2014/main" id="{A794108A-AA41-44A5-B9D7-A3E51DD0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0"/>
            <a:ext cx="66294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8" name="component-799">
            <a:extLst xmlns:a="http://schemas.openxmlformats.org/drawingml/2006/main">
              <a:ext uri="{FF2B5EF4-FFF2-40B4-BE49-F238E27FC236}">
                <a16:creationId xmlns:a16="http://schemas.microsoft.com/office/drawing/2014/main" id="{551B2A54-8CA2-48D3-A977-71870AAF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67600"/>
            <a:ext cx="4953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B3</a:t>
            </a:r>
          </a:p>
        </p:txBody>
      </p:sp>
      <p:sp>
        <p:nvSpPr>
          <p:cNvPr id="49" name="component-800">
            <a:extLst xmlns:a="http://schemas.openxmlformats.org/drawingml/2006/main">
              <a:ext uri="{FF2B5EF4-FFF2-40B4-BE49-F238E27FC236}">
                <a16:creationId xmlns:a16="http://schemas.microsoft.com/office/drawing/2014/main" id="{79E7FC4E-17C5-4F26-B62D-8FB0AB90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353300"/>
            <a:ext cx="136207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mponent-801">
            <a:extLst xmlns:a="http://schemas.openxmlformats.org/drawingml/2006/main">
              <a:ext uri="{FF2B5EF4-FFF2-40B4-BE49-F238E27FC236}">
                <a16:creationId xmlns:a16="http://schemas.microsoft.com/office/drawing/2014/main" id="{2FE907AC-5605-4DDE-AEBD-2F7B044E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41045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51" name="component-802">
            <a:extLst xmlns:a="http://schemas.openxmlformats.org/drawingml/2006/main">
              <a:ext uri="{FF2B5EF4-FFF2-40B4-BE49-F238E27FC236}">
                <a16:creationId xmlns:a16="http://schemas.microsoft.com/office/drawing/2014/main" id="{7009F292-748E-4910-9518-C59DAA76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7353300"/>
            <a:ext cx="136207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mponent-803">
            <a:extLst xmlns:a="http://schemas.openxmlformats.org/drawingml/2006/main">
              <a:ext uri="{FF2B5EF4-FFF2-40B4-BE49-F238E27FC236}">
                <a16:creationId xmlns:a16="http://schemas.microsoft.com/office/drawing/2014/main" id="{8CB93567-3E9C-4E5E-8C21-A0EB6099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741045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53" name="component-804">
            <a:extLst xmlns:a="http://schemas.openxmlformats.org/drawingml/2006/main">
              <a:ext uri="{FF2B5EF4-FFF2-40B4-BE49-F238E27FC236}">
                <a16:creationId xmlns:a16="http://schemas.microsoft.com/office/drawing/2014/main" id="{407300E9-2C5E-497A-859E-D3CF2F5E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7353300"/>
            <a:ext cx="136207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omponent-805">
            <a:extLst xmlns:a="http://schemas.openxmlformats.org/drawingml/2006/main">
              <a:ext uri="{FF2B5EF4-FFF2-40B4-BE49-F238E27FC236}">
                <a16:creationId xmlns:a16="http://schemas.microsoft.com/office/drawing/2014/main" id="{4BED90B2-66A1-4C49-91FB-106DF46F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741045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55" name="component-806">
            <a:extLst xmlns:a="http://schemas.openxmlformats.org/drawingml/2006/main">
              <a:ext uri="{FF2B5EF4-FFF2-40B4-BE49-F238E27FC236}">
                <a16:creationId xmlns:a16="http://schemas.microsoft.com/office/drawing/2014/main" id="{6AE6F4E5-93BD-49BD-831E-1881C63B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7353300"/>
            <a:ext cx="136207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omponent-807">
            <a:extLst xmlns:a="http://schemas.openxmlformats.org/drawingml/2006/main">
              <a:ext uri="{FF2B5EF4-FFF2-40B4-BE49-F238E27FC236}">
                <a16:creationId xmlns:a16="http://schemas.microsoft.com/office/drawing/2014/main" id="{724ED4EE-E4B5-4F6C-8324-E4C10408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741045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57" name="component-808">
            <a:extLst xmlns:a="http://schemas.openxmlformats.org/drawingml/2006/main">
              <a:ext uri="{FF2B5EF4-FFF2-40B4-BE49-F238E27FC236}">
                <a16:creationId xmlns:a16="http://schemas.microsoft.com/office/drawing/2014/main" id="{B02ED76B-E49C-455C-8E45-1776EBA8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77100"/>
            <a:ext cx="152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mponent-809">
            <a:extLst xmlns:a="http://schemas.openxmlformats.org/drawingml/2006/main">
              <a:ext uri="{FF2B5EF4-FFF2-40B4-BE49-F238E27FC236}">
                <a16:creationId xmlns:a16="http://schemas.microsoft.com/office/drawing/2014/main" id="{D74F2F9C-484A-465D-9E3C-96D14B06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48000"/>
            <a:ext cx="685800" cy="4953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59" name="component-810">
            <a:extLst xmlns:a="http://schemas.openxmlformats.org/drawingml/2006/main">
              <a:ext uri="{FF2B5EF4-FFF2-40B4-BE49-F238E27FC236}">
                <a16:creationId xmlns:a16="http://schemas.microsoft.com/office/drawing/2014/main" id="{AE1B9561-25E6-4D76-AE63-E1AA2EE4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2400"/>
            <a:ext cx="533400" cy="685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60" name="component-811">
            <a:extLst xmlns:a="http://schemas.openxmlformats.org/drawingml/2006/main">
              <a:ext uri="{FF2B5EF4-FFF2-40B4-BE49-F238E27FC236}">
                <a16:creationId xmlns:a16="http://schemas.microsoft.com/office/drawing/2014/main" id="{45F7BF4B-D197-4420-A046-162E4BF2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48000"/>
            <a:ext cx="685800" cy="4953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61" name="component-812">
            <a:extLst xmlns:a="http://schemas.openxmlformats.org/drawingml/2006/main">
              <a:ext uri="{FF2B5EF4-FFF2-40B4-BE49-F238E27FC236}">
                <a16:creationId xmlns:a16="http://schemas.microsoft.com/office/drawing/2014/main" id="{0F9FCD5F-1183-47BE-BBFB-E9F3366E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077200"/>
            <a:ext cx="8382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Lift</a:t>
            </a:r>
          </a:p>
        </p:txBody>
      </p:sp>
      <p:sp>
        <p:nvSpPr>
          <p:cNvPr id="62" name="component-813">
            <a:extLst xmlns:a="http://schemas.openxmlformats.org/drawingml/2006/main">
              <a:ext uri="{FF2B5EF4-FFF2-40B4-BE49-F238E27FC236}">
                <a16:creationId xmlns:a16="http://schemas.microsoft.com/office/drawing/2014/main" id="{43DDE377-F413-4793-8A9B-110E9596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8077200"/>
            <a:ext cx="9144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Stairs</a:t>
            </a:r>
          </a:p>
        </p:txBody>
      </p:sp>
      <p:sp>
        <p:nvSpPr>
          <p:cNvPr id="63" name="component-814">
            <a:extLst xmlns:a="http://schemas.openxmlformats.org/drawingml/2006/main">
              <a:ext uri="{FF2B5EF4-FFF2-40B4-BE49-F238E27FC236}">
                <a16:creationId xmlns:a16="http://schemas.microsoft.com/office/drawing/2014/main" id="{D9A91032-0C42-41B3-81B2-71759E54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95500"/>
            <a:ext cx="4572000" cy="6477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64" name="component-815">
            <a:extLst xmlns:a="http://schemas.openxmlformats.org/drawingml/2006/main">
              <a:ext uri="{FF2B5EF4-FFF2-40B4-BE49-F238E27FC236}">
                <a16:creationId xmlns:a16="http://schemas.microsoft.com/office/drawing/2014/main" id="{45439931-219A-47C9-A517-FCD0B95C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28600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summary</a:t>
            </a:r>
          </a:p>
        </p:txBody>
      </p:sp>
      <p:sp>
        <p:nvSpPr>
          <p:cNvPr id="65" name="component-816">
            <a:extLst xmlns:a="http://schemas.openxmlformats.org/drawingml/2006/main">
              <a:ext uri="{FF2B5EF4-FFF2-40B4-BE49-F238E27FC236}">
                <a16:creationId xmlns:a16="http://schemas.microsoft.com/office/drawing/2014/main" id="{53AC00F1-6E0D-4B03-ACE4-047DC6A4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241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component-817">
            <a:extLst xmlns:a="http://schemas.openxmlformats.org/drawingml/2006/main">
              <a:ext uri="{FF2B5EF4-FFF2-40B4-BE49-F238E27FC236}">
                <a16:creationId xmlns:a16="http://schemas.microsoft.com/office/drawing/2014/main" id="{E5BFD154-8255-487A-A618-54530680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242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Leased floors</a:t>
            </a:r>
          </a:p>
        </p:txBody>
      </p:sp>
      <p:sp>
        <p:nvSpPr>
          <p:cNvPr id="67" name="component-818">
            <a:extLst xmlns:a="http://schemas.openxmlformats.org/drawingml/2006/main">
              <a:ext uri="{FF2B5EF4-FFF2-40B4-BE49-F238E27FC236}">
                <a16:creationId xmlns:a16="http://schemas.microsoft.com/office/drawing/2014/main" id="{AD737D79-0321-4768-9B9D-9549B7A7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280" y="31242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2 / 3</a:t>
            </a:r>
          </a:p>
        </p:txBody>
      </p:sp>
      <p:sp>
        <p:nvSpPr>
          <p:cNvPr id="68" name="component-819">
            <a:extLst xmlns:a="http://schemas.openxmlformats.org/drawingml/2006/main">
              <a:ext uri="{FF2B5EF4-FFF2-40B4-BE49-F238E27FC236}">
                <a16:creationId xmlns:a16="http://schemas.microsoft.com/office/drawing/2014/main" id="{5AE034E3-9242-4E78-955C-AFFB138E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5242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component-820">
            <a:extLst xmlns:a="http://schemas.openxmlformats.org/drawingml/2006/main">
              <a:ext uri="{FF2B5EF4-FFF2-40B4-BE49-F238E27FC236}">
                <a16:creationId xmlns:a16="http://schemas.microsoft.com/office/drawing/2014/main" id="{4A7633E9-0384-4DB5-8185-EED585E4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338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Parking</a:t>
            </a:r>
          </a:p>
        </p:txBody>
      </p:sp>
      <p:sp>
        <p:nvSpPr>
          <p:cNvPr id="70" name="component-821">
            <a:extLst xmlns:a="http://schemas.openxmlformats.org/drawingml/2006/main">
              <a:ext uri="{FF2B5EF4-FFF2-40B4-BE49-F238E27FC236}">
                <a16:creationId xmlns:a16="http://schemas.microsoft.com/office/drawing/2014/main" id="{E6B15095-96D1-4F9D-8B3C-8C423B91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280" y="37338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60 / 100</a:t>
            </a:r>
          </a:p>
        </p:txBody>
      </p:sp>
      <p:sp>
        <p:nvSpPr>
          <p:cNvPr id="71" name="component-822">
            <a:extLst xmlns:a="http://schemas.openxmlformats.org/drawingml/2006/main">
              <a:ext uri="{FF2B5EF4-FFF2-40B4-BE49-F238E27FC236}">
                <a16:creationId xmlns:a16="http://schemas.microsoft.com/office/drawing/2014/main" id="{F7E79101-D519-4F38-B575-2E528B56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338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component-823">
            <a:extLst xmlns:a="http://schemas.openxmlformats.org/drawingml/2006/main">
              <a:ext uri="{FF2B5EF4-FFF2-40B4-BE49-F238E27FC236}">
                <a16:creationId xmlns:a16="http://schemas.microsoft.com/office/drawing/2014/main" id="{F6D8423C-52CD-4EE1-B050-F3BCB0A6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434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Standard lifts</a:t>
            </a:r>
          </a:p>
        </p:txBody>
      </p:sp>
      <p:sp>
        <p:nvSpPr>
          <p:cNvPr id="73" name="component-824">
            <a:extLst xmlns:a="http://schemas.openxmlformats.org/drawingml/2006/main">
              <a:ext uri="{FF2B5EF4-FFF2-40B4-BE49-F238E27FC236}">
                <a16:creationId xmlns:a16="http://schemas.microsoft.com/office/drawing/2014/main" id="{259B9316-F622-4F11-B247-7FBF5E97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280" y="43434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1 / 3</a:t>
            </a:r>
          </a:p>
        </p:txBody>
      </p:sp>
      <p:sp>
        <p:nvSpPr>
          <p:cNvPr id="74" name="component-825">
            <a:extLst xmlns:a="http://schemas.openxmlformats.org/drawingml/2006/main">
              <a:ext uri="{FF2B5EF4-FFF2-40B4-BE49-F238E27FC236}">
                <a16:creationId xmlns:a16="http://schemas.microsoft.com/office/drawing/2014/main" id="{EACF8D57-3A2A-452F-A6A0-0FF1618F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7434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component-826">
            <a:extLst xmlns:a="http://schemas.openxmlformats.org/drawingml/2006/main">
              <a:ext uri="{FF2B5EF4-FFF2-40B4-BE49-F238E27FC236}">
                <a16:creationId xmlns:a16="http://schemas.microsoft.com/office/drawing/2014/main" id="{529A2443-7BD7-46C5-B2AF-E2F91D14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9530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Executive lifts</a:t>
            </a:r>
          </a:p>
        </p:txBody>
      </p:sp>
      <p:sp>
        <p:nvSpPr>
          <p:cNvPr id="76" name="component-827">
            <a:extLst xmlns:a="http://schemas.openxmlformats.org/drawingml/2006/main">
              <a:ext uri="{FF2B5EF4-FFF2-40B4-BE49-F238E27FC236}">
                <a16:creationId xmlns:a16="http://schemas.microsoft.com/office/drawing/2014/main" id="{EB5F3149-0C58-4884-99B1-0A5413D1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280" y="49530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 / 1</a:t>
            </a:r>
          </a:p>
        </p:txBody>
      </p:sp>
      <p:sp>
        <p:nvSpPr>
          <p:cNvPr id="77" name="component-828">
            <a:extLst xmlns:a="http://schemas.openxmlformats.org/drawingml/2006/main">
              <a:ext uri="{FF2B5EF4-FFF2-40B4-BE49-F238E27FC236}">
                <a16:creationId xmlns:a16="http://schemas.microsoft.com/office/drawing/2014/main" id="{CCA3872B-4606-4D41-A33A-EE599A6A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530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component-829">
            <a:extLst xmlns:a="http://schemas.openxmlformats.org/drawingml/2006/main">
              <a:ext uri="{FF2B5EF4-FFF2-40B4-BE49-F238E27FC236}">
                <a16:creationId xmlns:a16="http://schemas.microsoft.com/office/drawing/2014/main" id="{265CEBA1-C4DD-4F5A-851B-527F9EF8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829300"/>
            <a:ext cx="411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B1–B3 are parking only.</a:t>
            </a:r>
          </a:p>
        </p:txBody>
      </p:sp>
      <p:sp>
        <p:nvSpPr>
          <p:cNvPr id="79" name="component-830">
            <a:extLst xmlns:a="http://schemas.openxmlformats.org/drawingml/2006/main">
              <a:ext uri="{FF2B5EF4-FFF2-40B4-BE49-F238E27FC236}">
                <a16:creationId xmlns:a16="http://schemas.microsoft.com/office/drawing/2014/main" id="{6109B797-1A05-4558-B424-89324937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91300"/>
            <a:ext cx="4114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component-831">
            <a:extLst xmlns:a="http://schemas.openxmlformats.org/drawingml/2006/main">
              <a:ext uri="{FF2B5EF4-FFF2-40B4-BE49-F238E27FC236}">
                <a16:creationId xmlns:a16="http://schemas.microsoft.com/office/drawing/2014/main" id="{3F79D76C-7AE9-4659-817A-47777D18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66750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 selected floor</a:t>
            </a:r>
          </a:p>
        </p:txBody>
      </p:sp>
      <p:sp>
        <p:nvSpPr>
          <p:cNvPr id="81" name="component-832">
            <a:extLst xmlns:a="http://schemas.openxmlformats.org/drawingml/2006/main">
              <a:ext uri="{FF2B5EF4-FFF2-40B4-BE49-F238E27FC236}">
                <a16:creationId xmlns:a16="http://schemas.microsoft.com/office/drawing/2014/main" id="{10C08DA4-D8BC-4B5F-A09A-565BFE78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391400"/>
            <a:ext cx="4114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2" name="component-833">
            <a:extLst xmlns:a="http://schemas.openxmlformats.org/drawingml/2006/main">
              <a:ext uri="{FF2B5EF4-FFF2-40B4-BE49-F238E27FC236}">
                <a16:creationId xmlns:a16="http://schemas.microsoft.com/office/drawing/2014/main" id="{45AFBAE8-1F9E-4DCC-9F0F-36565926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46760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View upgrades</a:t>
            </a:r>
          </a:p>
        </p:txBody>
      </p:sp>
    </p:spTree>
    <p:extLst>
      <p:ext uri="{BB962C8B-B14F-4D97-AF65-F5344CB8AC3E}">
        <p14:creationId xmlns:p14="http://schemas.microsoft.com/office/powerpoint/2010/main" val="19643979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CAC857-D3F4-43A1-8072-85D88F5B4C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97ee415a3439a"/>
          <a:stretch xmlns:a="http://schemas.openxmlformats.org/drawingml/2006/main"/>
        </p:blipFill>
        <p:spPr>
          <a:xfrm xmlns:a="http://schemas.openxmlformats.org/drawingml/2006/main">
            <a:off x="457200" y="304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component-834">
            <a:extLst xmlns:a="http://schemas.openxmlformats.org/drawingml/2006/main">
              <a:ext uri="{FF2B5EF4-FFF2-40B4-BE49-F238E27FC236}">
                <a16:creationId xmlns:a16="http://schemas.microsoft.com/office/drawing/2014/main" id="{E747979E-E6F5-4A61-85B5-BD290721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7620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Management Tycoon</a:t>
            </a:r>
          </a:p>
        </p:txBody>
      </p:sp>
      <p:sp>
        <p:nvSpPr>
          <p:cNvPr id="3" name="component-835">
            <a:extLst xmlns:a="http://schemas.openxmlformats.org/drawingml/2006/main">
              <a:ext uri="{FF2B5EF4-FFF2-40B4-BE49-F238E27FC236}">
                <a16:creationId xmlns:a16="http://schemas.microsoft.com/office/drawing/2014/main" id="{07692F98-DBCF-4EB1-B1EC-9D49C51F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1000"/>
            <a:ext cx="1219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  <p:sp>
        <p:nvSpPr>
          <p:cNvPr id="4" name="component-836">
            <a:extLst xmlns:a="http://schemas.openxmlformats.org/drawingml/2006/main">
              <a:ext uri="{FF2B5EF4-FFF2-40B4-BE49-F238E27FC236}">
                <a16:creationId xmlns:a16="http://schemas.microsoft.com/office/drawing/2014/main" id="{E3A1AFC3-2617-41EC-833A-C9D577D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onent-837">
            <a:extLst xmlns:a="http://schemas.openxmlformats.org/drawingml/2006/main">
              <a:ext uri="{FF2B5EF4-FFF2-40B4-BE49-F238E27FC236}">
                <a16:creationId xmlns:a16="http://schemas.microsoft.com/office/drawing/2014/main" id="{2E2D8752-3D8A-48E6-9ACF-1CC372DB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12 · Rooms and floor leases</a:t>
            </a:r>
          </a:p>
        </p:txBody>
      </p:sp>
      <p:sp>
        <p:nvSpPr>
          <p:cNvPr id="6" name="component-838">
            <a:extLst xmlns:a="http://schemas.openxmlformats.org/drawingml/2006/main">
              <a:ext uri="{FF2B5EF4-FFF2-40B4-BE49-F238E27FC236}">
                <a16:creationId xmlns:a16="http://schemas.microsoft.com/office/drawing/2014/main" id="{23FB1877-40F1-47B5-8FA1-2301AD9B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11430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Design reference. Sample values are illustrative.</a:t>
            </a:r>
          </a:p>
        </p:txBody>
      </p:sp>
      <p:sp>
        <p:nvSpPr>
          <p:cNvPr id="7" name="component-839">
            <a:extLst xmlns:a="http://schemas.openxmlformats.org/drawingml/2006/main">
              <a:ext uri="{FF2B5EF4-FFF2-40B4-BE49-F238E27FC236}">
                <a16:creationId xmlns:a16="http://schemas.microsoft.com/office/drawing/2014/main" id="{96638847-547D-44D8-8911-15898377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944880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" name="component-840">
            <a:extLst xmlns:a="http://schemas.openxmlformats.org/drawingml/2006/main">
              <a:ext uri="{FF2B5EF4-FFF2-40B4-BE49-F238E27FC236}">
                <a16:creationId xmlns:a16="http://schemas.microsoft.com/office/drawing/2014/main" id="{D724C6A8-4CEF-4D15-AAA8-375F81D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991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Apartment / hotel rooms</a:t>
            </a:r>
          </a:p>
        </p:txBody>
      </p:sp>
      <p:sp>
        <p:nvSpPr>
          <p:cNvPr id="9" name="component-841">
            <a:extLst xmlns:a="http://schemas.openxmlformats.org/drawingml/2006/main">
              <a:ext uri="{FF2B5EF4-FFF2-40B4-BE49-F238E27FC236}">
                <a16:creationId xmlns:a16="http://schemas.microsoft.com/office/drawing/2014/main" id="{08C849A6-4463-4C74-9689-6BA75A40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onent-842">
            <a:extLst xmlns:a="http://schemas.openxmlformats.org/drawingml/2006/main">
              <a:ext uri="{FF2B5EF4-FFF2-40B4-BE49-F238E27FC236}">
                <a16:creationId xmlns:a16="http://schemas.microsoft.com/office/drawing/2014/main" id="{B20B2A33-3F8A-4FE5-BAE2-010850E8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514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1" name="component-843">
            <a:extLst xmlns:a="http://schemas.openxmlformats.org/drawingml/2006/main">
              <a:ext uri="{FF2B5EF4-FFF2-40B4-BE49-F238E27FC236}">
                <a16:creationId xmlns:a16="http://schemas.microsoft.com/office/drawing/2014/main" id="{F68E0BDE-B926-41ED-AA6E-C5012AF5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1056132" cy="41148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2" name="component-844">
            <a:extLst xmlns:a="http://schemas.openxmlformats.org/drawingml/2006/main">
              <a:ext uri="{FF2B5EF4-FFF2-40B4-BE49-F238E27FC236}">
                <a16:creationId xmlns:a16="http://schemas.microsoft.com/office/drawing/2014/main" id="{56AE2148-E822-4FA8-86DC-5A6B9560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344" y="3219450"/>
            <a:ext cx="553212" cy="41148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3" name="component-845">
            <a:extLst xmlns:a="http://schemas.openxmlformats.org/drawingml/2006/main">
              <a:ext uri="{FF2B5EF4-FFF2-40B4-BE49-F238E27FC236}">
                <a16:creationId xmlns:a16="http://schemas.microsoft.com/office/drawing/2014/main" id="{5950ADB5-04FD-4B15-A700-84A917D7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occupied</a:t>
            </a:r>
          </a:p>
        </p:txBody>
      </p:sp>
      <p:sp>
        <p:nvSpPr>
          <p:cNvPr id="14" name="component-846">
            <a:extLst xmlns:a="http://schemas.openxmlformats.org/drawingml/2006/main">
              <a:ext uri="{FF2B5EF4-FFF2-40B4-BE49-F238E27FC236}">
                <a16:creationId xmlns:a16="http://schemas.microsoft.com/office/drawing/2014/main" id="{BF9B0F3B-B9E3-4F4F-93AC-D55285BE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86100"/>
            <a:ext cx="2514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5" name="component-847">
            <a:extLst xmlns:a="http://schemas.openxmlformats.org/drawingml/2006/main">
              <a:ext uri="{FF2B5EF4-FFF2-40B4-BE49-F238E27FC236}">
                <a16:creationId xmlns:a16="http://schemas.microsoft.com/office/drawing/2014/main" id="{AC215381-54E6-4328-9095-085A2184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1056132" cy="41148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6" name="component-848">
            <a:extLst xmlns:a="http://schemas.openxmlformats.org/drawingml/2006/main">
              <a:ext uri="{FF2B5EF4-FFF2-40B4-BE49-F238E27FC236}">
                <a16:creationId xmlns:a16="http://schemas.microsoft.com/office/drawing/2014/main" id="{44576DA4-D659-41EC-A302-38C49AE5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0744" y="3219450"/>
            <a:ext cx="553212" cy="41148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7" name="component-849">
            <a:extLst xmlns:a="http://schemas.openxmlformats.org/drawingml/2006/main">
              <a:ext uri="{FF2B5EF4-FFF2-40B4-BE49-F238E27FC236}">
                <a16:creationId xmlns:a16="http://schemas.microsoft.com/office/drawing/2014/main" id="{FDDFC2E5-D091-44BE-A9D1-C80AE7A9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90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occupied</a:t>
            </a:r>
          </a:p>
        </p:txBody>
      </p:sp>
      <p:sp>
        <p:nvSpPr>
          <p:cNvPr id="18" name="component-850">
            <a:extLst xmlns:a="http://schemas.openxmlformats.org/drawingml/2006/main">
              <a:ext uri="{FF2B5EF4-FFF2-40B4-BE49-F238E27FC236}">
                <a16:creationId xmlns:a16="http://schemas.microsoft.com/office/drawing/2014/main" id="{DAB979E5-FE7D-48CF-B548-E338F739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86100"/>
            <a:ext cx="2514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9525">
            <a:solidFill>
              <a:srgbClr val="237563"/>
            </a:solidFill>
            <a:prstDash val="solid"/>
          </a:ln>
        </p:spPr>
      </p:sp>
      <p:sp>
        <p:nvSpPr>
          <p:cNvPr id="19" name="component-851">
            <a:extLst xmlns:a="http://schemas.openxmlformats.org/drawingml/2006/main">
              <a:ext uri="{FF2B5EF4-FFF2-40B4-BE49-F238E27FC236}">
                <a16:creationId xmlns:a16="http://schemas.microsoft.com/office/drawing/2014/main" id="{BA4B6F43-4249-46B0-BD9B-8013B7B2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056132" cy="41148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0" name="component-852">
            <a:extLst xmlns:a="http://schemas.openxmlformats.org/drawingml/2006/main">
              <a:ext uri="{FF2B5EF4-FFF2-40B4-BE49-F238E27FC236}">
                <a16:creationId xmlns:a16="http://schemas.microsoft.com/office/drawing/2014/main" id="{5BC8CBCB-9202-4C10-9661-B0698D65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3219450"/>
            <a:ext cx="553212" cy="41148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1" name="component-853">
            <a:extLst xmlns:a="http://schemas.openxmlformats.org/drawingml/2006/main">
              <a:ext uri="{FF2B5EF4-FFF2-40B4-BE49-F238E27FC236}">
                <a16:creationId xmlns:a16="http://schemas.microsoft.com/office/drawing/2014/main" id="{B9F8A705-0E41-42ED-AD41-C3F7BF02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90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37563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22" name="component-854">
            <a:extLst xmlns:a="http://schemas.openxmlformats.org/drawingml/2006/main">
              <a:ext uri="{FF2B5EF4-FFF2-40B4-BE49-F238E27FC236}">
                <a16:creationId xmlns:a16="http://schemas.microsoft.com/office/drawing/2014/main" id="{E612CC4B-B42D-4571-B669-76E65621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2514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3" name="component-855">
            <a:extLst xmlns:a="http://schemas.openxmlformats.org/drawingml/2006/main">
              <a:ext uri="{FF2B5EF4-FFF2-40B4-BE49-F238E27FC236}">
                <a16:creationId xmlns:a16="http://schemas.microsoft.com/office/drawing/2014/main" id="{7686EECC-96BB-438D-B3AE-300EF926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1056132" cy="41148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4" name="component-856">
            <a:extLst xmlns:a="http://schemas.openxmlformats.org/drawingml/2006/main">
              <a:ext uri="{FF2B5EF4-FFF2-40B4-BE49-F238E27FC236}">
                <a16:creationId xmlns:a16="http://schemas.microsoft.com/office/drawing/2014/main" id="{89EA0930-DB93-4466-AFF6-29918800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344" y="4476750"/>
            <a:ext cx="553212" cy="41148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5" name="component-857">
            <a:extLst xmlns:a="http://schemas.openxmlformats.org/drawingml/2006/main">
              <a:ext uri="{FF2B5EF4-FFF2-40B4-BE49-F238E27FC236}">
                <a16:creationId xmlns:a16="http://schemas.microsoft.com/office/drawing/2014/main" id="{2B94DC11-FA32-4F96-BE5E-8FA7D2BE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occupied</a:t>
            </a:r>
          </a:p>
        </p:txBody>
      </p:sp>
      <p:sp>
        <p:nvSpPr>
          <p:cNvPr id="26" name="component-858">
            <a:extLst xmlns:a="http://schemas.openxmlformats.org/drawingml/2006/main">
              <a:ext uri="{FF2B5EF4-FFF2-40B4-BE49-F238E27FC236}">
                <a16:creationId xmlns:a16="http://schemas.microsoft.com/office/drawing/2014/main" id="{E46EAEDA-F0C9-4B52-BE0D-37E7AF97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43400"/>
            <a:ext cx="2514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7" name="component-859">
            <a:extLst xmlns:a="http://schemas.openxmlformats.org/drawingml/2006/main">
              <a:ext uri="{FF2B5EF4-FFF2-40B4-BE49-F238E27FC236}">
                <a16:creationId xmlns:a16="http://schemas.microsoft.com/office/drawing/2014/main" id="{A2178032-2768-4FE1-B7CC-D0858B05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1056132" cy="41148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8" name="component-860">
            <a:extLst xmlns:a="http://schemas.openxmlformats.org/drawingml/2006/main">
              <a:ext uri="{FF2B5EF4-FFF2-40B4-BE49-F238E27FC236}">
                <a16:creationId xmlns:a16="http://schemas.microsoft.com/office/drawing/2014/main" id="{F738119B-C225-4539-948D-C933624D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0744" y="4476750"/>
            <a:ext cx="553212" cy="41148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9" name="component-861">
            <a:extLst xmlns:a="http://schemas.openxmlformats.org/drawingml/2006/main">
              <a:ext uri="{FF2B5EF4-FFF2-40B4-BE49-F238E27FC236}">
                <a16:creationId xmlns:a16="http://schemas.microsoft.com/office/drawing/2014/main" id="{DB39B9A4-04F6-48A5-A599-DC419315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48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vacant</a:t>
            </a:r>
          </a:p>
        </p:txBody>
      </p:sp>
      <p:sp>
        <p:nvSpPr>
          <p:cNvPr id="30" name="component-862">
            <a:extLst xmlns:a="http://schemas.openxmlformats.org/drawingml/2006/main">
              <a:ext uri="{FF2B5EF4-FFF2-40B4-BE49-F238E27FC236}">
                <a16:creationId xmlns:a16="http://schemas.microsoft.com/office/drawing/2014/main" id="{5EF8E400-2392-4BC0-AE72-F5BBDA9A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2514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1" name="component-863">
            <a:extLst xmlns:a="http://schemas.openxmlformats.org/drawingml/2006/main">
              <a:ext uri="{FF2B5EF4-FFF2-40B4-BE49-F238E27FC236}">
                <a16:creationId xmlns:a16="http://schemas.microsoft.com/office/drawing/2014/main" id="{7874F395-D3FC-4D98-9350-B5215615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1056132" cy="41148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2" name="component-864">
            <a:extLst xmlns:a="http://schemas.openxmlformats.org/drawingml/2006/main">
              <a:ext uri="{FF2B5EF4-FFF2-40B4-BE49-F238E27FC236}">
                <a16:creationId xmlns:a16="http://schemas.microsoft.com/office/drawing/2014/main" id="{DAA5D0A6-3065-4BFE-811F-27FD653B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4476750"/>
            <a:ext cx="553212" cy="41148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33" name="component-865">
            <a:extLst xmlns:a="http://schemas.openxmlformats.org/drawingml/2006/main">
              <a:ext uri="{FF2B5EF4-FFF2-40B4-BE49-F238E27FC236}">
                <a16:creationId xmlns:a16="http://schemas.microsoft.com/office/drawing/2014/main" id="{4E5E3A0E-E71E-4ADB-87CB-A289D632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48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occupied</a:t>
            </a:r>
          </a:p>
        </p:txBody>
      </p:sp>
      <p:sp>
        <p:nvSpPr>
          <p:cNvPr id="34" name="component-866">
            <a:extLst xmlns:a="http://schemas.openxmlformats.org/drawingml/2006/main">
              <a:ext uri="{FF2B5EF4-FFF2-40B4-BE49-F238E27FC236}">
                <a16:creationId xmlns:a16="http://schemas.microsoft.com/office/drawing/2014/main" id="{BED61814-279E-47A7-B961-4FE7BEF4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48400"/>
            <a:ext cx="9448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5" name="component-867">
            <a:extLst xmlns:a="http://schemas.openxmlformats.org/drawingml/2006/main">
              <a:ext uri="{FF2B5EF4-FFF2-40B4-BE49-F238E27FC236}">
                <a16:creationId xmlns:a16="http://schemas.microsoft.com/office/drawing/2014/main" id="{2CAD6277-73AE-4047-BFF3-5C7DD050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991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Whole-floor office lease</a:t>
            </a:r>
          </a:p>
        </p:txBody>
      </p:sp>
      <p:sp>
        <p:nvSpPr>
          <p:cNvPr id="36" name="component-868">
            <a:extLst xmlns:a="http://schemas.openxmlformats.org/drawingml/2006/main">
              <a:ext uri="{FF2B5EF4-FFF2-40B4-BE49-F238E27FC236}">
                <a16:creationId xmlns:a16="http://schemas.microsoft.com/office/drawing/2014/main" id="{B0B09302-0EAC-4327-9707-5F3B4085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770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onent-869">
            <a:extLst xmlns:a="http://schemas.openxmlformats.org/drawingml/2006/main">
              <a:ext uri="{FF2B5EF4-FFF2-40B4-BE49-F238E27FC236}">
                <a16:creationId xmlns:a16="http://schemas.microsoft.com/office/drawing/2014/main" id="{4AAA4C36-D418-44D0-8AF5-DB57DCA3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05650"/>
            <a:ext cx="8991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3EB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8" name="component-870">
            <a:extLst xmlns:a="http://schemas.openxmlformats.org/drawingml/2006/main">
              <a:ext uri="{FF2B5EF4-FFF2-40B4-BE49-F238E27FC236}">
                <a16:creationId xmlns:a16="http://schemas.microsoft.com/office/drawing/2014/main" id="{739A18F6-4D3F-465F-91B8-3F8FC549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5334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onent-871">
            <a:extLst xmlns:a="http://schemas.openxmlformats.org/drawingml/2006/main">
              <a:ext uri="{FF2B5EF4-FFF2-40B4-BE49-F238E27FC236}">
                <a16:creationId xmlns:a16="http://schemas.microsoft.com/office/drawing/2014/main" id="{E970C08B-19C2-4D29-8B64-F435F342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342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40" name="component-872">
            <a:extLst xmlns:a="http://schemas.openxmlformats.org/drawingml/2006/main">
              <a:ext uri="{FF2B5EF4-FFF2-40B4-BE49-F238E27FC236}">
                <a16:creationId xmlns:a16="http://schemas.microsoft.com/office/drawing/2014/main" id="{46E7B936-9391-42A5-9C85-49B29ECB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258050"/>
            <a:ext cx="8001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Floor 04</a:t>
            </a:r>
          </a:p>
        </p:txBody>
      </p:sp>
      <p:sp>
        <p:nvSpPr>
          <p:cNvPr id="41" name="component-873">
            <a:extLst xmlns:a="http://schemas.openxmlformats.org/drawingml/2006/main">
              <a:ext uri="{FF2B5EF4-FFF2-40B4-BE49-F238E27FC236}">
                <a16:creationId xmlns:a16="http://schemas.microsoft.com/office/drawing/2014/main" id="{103CAA15-B773-4C9F-877F-866A91A0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00950"/>
            <a:ext cx="80010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Corporate tenant leases the entire floor.</a:t>
            </a:r>
          </a:p>
        </p:txBody>
      </p:sp>
      <p:sp>
        <p:nvSpPr>
          <p:cNvPr id="42" name="component-874">
            <a:extLst xmlns:a="http://schemas.openxmlformats.org/drawingml/2006/main">
              <a:ext uri="{FF2B5EF4-FFF2-40B4-BE49-F238E27FC236}">
                <a16:creationId xmlns:a16="http://schemas.microsoft.com/office/drawing/2014/main" id="{7E6FECA4-DFFA-4CB7-A6D5-E785AEAD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95500"/>
            <a:ext cx="4572000" cy="6477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3" name="component-875">
            <a:extLst xmlns:a="http://schemas.openxmlformats.org/drawingml/2006/main">
              <a:ext uri="{FF2B5EF4-FFF2-40B4-BE49-F238E27FC236}">
                <a16:creationId xmlns:a16="http://schemas.microsoft.com/office/drawing/2014/main" id="{DEB3BFF9-EF49-4777-91FB-3DA5407A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28600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Selected room</a:t>
            </a:r>
          </a:p>
        </p:txBody>
      </p:sp>
      <p:sp>
        <p:nvSpPr>
          <p:cNvPr id="44" name="component-876">
            <a:extLst xmlns:a="http://schemas.openxmlformats.org/drawingml/2006/main">
              <a:ext uri="{FF2B5EF4-FFF2-40B4-BE49-F238E27FC236}">
                <a16:creationId xmlns:a16="http://schemas.microsoft.com/office/drawing/2014/main" id="{7291B00A-0CE0-49C9-87EA-1CC15260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241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omponent-877">
            <a:extLst xmlns:a="http://schemas.openxmlformats.org/drawingml/2006/main">
              <a:ext uri="{FF2B5EF4-FFF2-40B4-BE49-F238E27FC236}">
                <a16:creationId xmlns:a16="http://schemas.microsoft.com/office/drawing/2014/main" id="{2C4AE069-D799-4E02-84DF-B8E78F7F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24200"/>
            <a:ext cx="411480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Room 0403</a:t>
            </a:r>
          </a:p>
        </p:txBody>
      </p:sp>
      <p:sp>
        <p:nvSpPr>
          <p:cNvPr id="46" name="component-878">
            <a:extLst xmlns:a="http://schemas.openxmlformats.org/drawingml/2006/main">
              <a:ext uri="{FF2B5EF4-FFF2-40B4-BE49-F238E27FC236}">
                <a16:creationId xmlns:a16="http://schemas.microsoft.com/office/drawing/2014/main" id="{73B1B64B-14E2-4D94-A464-54298491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71900"/>
            <a:ext cx="15240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mponent-879">
            <a:extLst xmlns:a="http://schemas.openxmlformats.org/drawingml/2006/main">
              <a:ext uri="{FF2B5EF4-FFF2-40B4-BE49-F238E27FC236}">
                <a16:creationId xmlns:a16="http://schemas.microsoft.com/office/drawing/2014/main" id="{47FAFC71-C879-4B21-A725-3868EE52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8100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7563"/>
                </a:solidFill>
                <a:latin typeface="Arial"/>
                <a:ea typeface="Arial"/>
                <a:cs typeface="Arial"/>
              </a:rPr>
              <a:t>Occupied</a:t>
            </a:r>
          </a:p>
        </p:txBody>
      </p:sp>
      <p:sp>
        <p:nvSpPr>
          <p:cNvPr id="48" name="component-880">
            <a:extLst xmlns:a="http://schemas.openxmlformats.org/drawingml/2006/main">
              <a:ext uri="{FF2B5EF4-FFF2-40B4-BE49-F238E27FC236}">
                <a16:creationId xmlns:a16="http://schemas.microsoft.com/office/drawing/2014/main" id="{13C9F5A8-0B14-4236-A971-D7DC5048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4577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Building type</a:t>
            </a:r>
          </a:p>
        </p:txBody>
      </p:sp>
      <p:sp>
        <p:nvSpPr>
          <p:cNvPr id="49" name="component-881">
            <a:extLst xmlns:a="http://schemas.openxmlformats.org/drawingml/2006/main">
              <a:ext uri="{FF2B5EF4-FFF2-40B4-BE49-F238E27FC236}">
                <a16:creationId xmlns:a16="http://schemas.microsoft.com/office/drawing/2014/main" id="{0CB12347-D406-4B21-9363-59F0BE9A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280" y="44577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Apartment</a:t>
            </a:r>
          </a:p>
        </p:txBody>
      </p:sp>
      <p:sp>
        <p:nvSpPr>
          <p:cNvPr id="50" name="component-882">
            <a:extLst xmlns:a="http://schemas.openxmlformats.org/drawingml/2006/main">
              <a:ext uri="{FF2B5EF4-FFF2-40B4-BE49-F238E27FC236}">
                <a16:creationId xmlns:a16="http://schemas.microsoft.com/office/drawing/2014/main" id="{3B312FB9-0F3E-4841-BE01-0EDCF06F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577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omponent-883">
            <a:extLst xmlns:a="http://schemas.openxmlformats.org/drawingml/2006/main">
              <a:ext uri="{FF2B5EF4-FFF2-40B4-BE49-F238E27FC236}">
                <a16:creationId xmlns:a16="http://schemas.microsoft.com/office/drawing/2014/main" id="{EB9C63B6-A2A3-41D0-9846-079026E4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0673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Daily rent</a:t>
            </a:r>
          </a:p>
        </p:txBody>
      </p:sp>
      <p:sp>
        <p:nvSpPr>
          <p:cNvPr id="52" name="component-884">
            <a:extLst xmlns:a="http://schemas.openxmlformats.org/drawingml/2006/main">
              <a:ext uri="{FF2B5EF4-FFF2-40B4-BE49-F238E27FC236}">
                <a16:creationId xmlns:a16="http://schemas.microsoft.com/office/drawing/2014/main" id="{252B9E95-7913-4846-8AA3-2ED70A5B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280" y="50673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Estimate</a:t>
            </a:r>
          </a:p>
        </p:txBody>
      </p:sp>
      <p:sp>
        <p:nvSpPr>
          <p:cNvPr id="53" name="component-885">
            <a:extLst xmlns:a="http://schemas.openxmlformats.org/drawingml/2006/main">
              <a:ext uri="{FF2B5EF4-FFF2-40B4-BE49-F238E27FC236}">
                <a16:creationId xmlns:a16="http://schemas.microsoft.com/office/drawing/2014/main" id="{881CB0EA-5C3D-4F4E-8238-49C3073B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4673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omponent-886">
            <a:extLst xmlns:a="http://schemas.openxmlformats.org/drawingml/2006/main">
              <a:ext uri="{FF2B5EF4-FFF2-40B4-BE49-F238E27FC236}">
                <a16:creationId xmlns:a16="http://schemas.microsoft.com/office/drawing/2014/main" id="{25F85D24-D89B-4CFC-9ADA-3C250753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6769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Parking capacity</a:t>
            </a:r>
          </a:p>
        </p:txBody>
      </p:sp>
      <p:sp>
        <p:nvSpPr>
          <p:cNvPr id="55" name="component-887">
            <a:extLst xmlns:a="http://schemas.openxmlformats.org/drawingml/2006/main">
              <a:ext uri="{FF2B5EF4-FFF2-40B4-BE49-F238E27FC236}">
                <a16:creationId xmlns:a16="http://schemas.microsoft.com/office/drawing/2014/main" id="{DED99355-30A3-41A5-9083-B91A832D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280" y="56769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Available</a:t>
            </a:r>
          </a:p>
        </p:txBody>
      </p:sp>
      <p:sp>
        <p:nvSpPr>
          <p:cNvPr id="56" name="component-888">
            <a:extLst xmlns:a="http://schemas.openxmlformats.org/drawingml/2006/main">
              <a:ext uri="{FF2B5EF4-FFF2-40B4-BE49-F238E27FC236}">
                <a16:creationId xmlns:a16="http://schemas.microsoft.com/office/drawing/2014/main" id="{D9067F0C-8C11-492F-A716-90721B62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769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omponent-889">
            <a:extLst xmlns:a="http://schemas.openxmlformats.org/drawingml/2006/main">
              <a:ext uri="{FF2B5EF4-FFF2-40B4-BE49-F238E27FC236}">
                <a16:creationId xmlns:a16="http://schemas.microsoft.com/office/drawing/2014/main" id="{0A784072-950B-450E-B166-FEEBD2AE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705600"/>
            <a:ext cx="4114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mponent-890">
            <a:extLst xmlns:a="http://schemas.openxmlformats.org/drawingml/2006/main">
              <a:ext uri="{FF2B5EF4-FFF2-40B4-BE49-F238E27FC236}">
                <a16:creationId xmlns:a16="http://schemas.microsoft.com/office/drawing/2014/main" id="{0B53C6A4-B004-4DF2-8BF9-A0D738AB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78180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 tenant</a:t>
            </a:r>
          </a:p>
        </p:txBody>
      </p:sp>
      <p:sp>
        <p:nvSpPr>
          <p:cNvPr id="59" name="component-891">
            <a:extLst xmlns:a="http://schemas.openxmlformats.org/drawingml/2006/main">
              <a:ext uri="{FF2B5EF4-FFF2-40B4-BE49-F238E27FC236}">
                <a16:creationId xmlns:a16="http://schemas.microsoft.com/office/drawing/2014/main" id="{FC906799-C796-4037-8DA0-7351D35C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505700"/>
            <a:ext cx="4114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60" name="component-892">
            <a:extLst xmlns:a="http://schemas.openxmlformats.org/drawingml/2006/main">
              <a:ext uri="{FF2B5EF4-FFF2-40B4-BE49-F238E27FC236}">
                <a16:creationId xmlns:a16="http://schemas.microsoft.com/office/drawing/2014/main" id="{587020F8-09C4-4441-A74F-8B877185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58190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Back to floor</a:t>
            </a:r>
          </a:p>
        </p:txBody>
      </p:sp>
    </p:spTree>
    <p:extLst>
      <p:ext uri="{BB962C8B-B14F-4D97-AF65-F5344CB8AC3E}">
        <p14:creationId xmlns:p14="http://schemas.microsoft.com/office/powerpoint/2010/main" val="7494040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5D8E70-0A19-461C-91FD-B11AD49579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5ab96d7b046ff"/>
          <a:stretch xmlns:a="http://schemas.openxmlformats.org/drawingml/2006/main"/>
        </p:blipFill>
        <p:spPr>
          <a:xfrm xmlns:a="http://schemas.openxmlformats.org/drawingml/2006/main">
            <a:off x="457200" y="304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component-893">
            <a:extLst xmlns:a="http://schemas.openxmlformats.org/drawingml/2006/main">
              <a:ext uri="{FF2B5EF4-FFF2-40B4-BE49-F238E27FC236}">
                <a16:creationId xmlns:a16="http://schemas.microsoft.com/office/drawing/2014/main" id="{0F997B2F-822C-4815-8A1E-1CA8CAAD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7620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Management Tycoon</a:t>
            </a:r>
          </a:p>
        </p:txBody>
      </p:sp>
      <p:sp>
        <p:nvSpPr>
          <p:cNvPr id="3" name="component-894">
            <a:extLst xmlns:a="http://schemas.openxmlformats.org/drawingml/2006/main">
              <a:ext uri="{FF2B5EF4-FFF2-40B4-BE49-F238E27FC236}">
                <a16:creationId xmlns:a16="http://schemas.microsoft.com/office/drawing/2014/main" id="{7A9DC81E-7C16-47A8-A3EC-6095DBB2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1000"/>
            <a:ext cx="1219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  <p:sp>
        <p:nvSpPr>
          <p:cNvPr id="4" name="component-895">
            <a:extLst xmlns:a="http://schemas.openxmlformats.org/drawingml/2006/main">
              <a:ext uri="{FF2B5EF4-FFF2-40B4-BE49-F238E27FC236}">
                <a16:creationId xmlns:a16="http://schemas.microsoft.com/office/drawing/2014/main" id="{3984B640-780D-4810-92AC-6A38DA07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onent-896">
            <a:extLst xmlns:a="http://schemas.openxmlformats.org/drawingml/2006/main">
              <a:ext uri="{FF2B5EF4-FFF2-40B4-BE49-F238E27FC236}">
                <a16:creationId xmlns:a16="http://schemas.microsoft.com/office/drawing/2014/main" id="{E13E6D69-01A4-4AAA-804C-1AB8FBF1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13 · Tenants and visitors</a:t>
            </a:r>
          </a:p>
        </p:txBody>
      </p:sp>
      <p:sp>
        <p:nvSpPr>
          <p:cNvPr id="6" name="component-897">
            <a:extLst xmlns:a="http://schemas.openxmlformats.org/drawingml/2006/main">
              <a:ext uri="{FF2B5EF4-FFF2-40B4-BE49-F238E27FC236}">
                <a16:creationId xmlns:a16="http://schemas.microsoft.com/office/drawing/2014/main" id="{50683740-46BE-42BF-BBF1-255E82F3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11430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Design reference. Sample values are illustrative.</a:t>
            </a:r>
          </a:p>
        </p:txBody>
      </p:sp>
      <p:sp>
        <p:nvSpPr>
          <p:cNvPr id="7" name="component-898">
            <a:extLst xmlns:a="http://schemas.openxmlformats.org/drawingml/2006/main">
              <a:ext uri="{FF2B5EF4-FFF2-40B4-BE49-F238E27FC236}">
                <a16:creationId xmlns:a16="http://schemas.microsoft.com/office/drawing/2014/main" id="{21F74136-9240-4F60-BE3B-7B6A4A55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7010400" cy="64770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" name="component-899">
            <a:extLst xmlns:a="http://schemas.openxmlformats.org/drawingml/2006/main">
              <a:ext uri="{FF2B5EF4-FFF2-40B4-BE49-F238E27FC236}">
                <a16:creationId xmlns:a16="http://schemas.microsoft.com/office/drawing/2014/main" id="{5B3665F4-B097-4F23-8316-4D171CF1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5532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Occupancy</a:t>
            </a:r>
          </a:p>
        </p:txBody>
      </p:sp>
      <p:sp>
        <p:nvSpPr>
          <p:cNvPr id="9" name="component-900">
            <a:extLst xmlns:a="http://schemas.openxmlformats.org/drawingml/2006/main">
              <a:ext uri="{FF2B5EF4-FFF2-40B4-BE49-F238E27FC236}">
                <a16:creationId xmlns:a16="http://schemas.microsoft.com/office/drawing/2014/main" id="{D2E92B1F-B6F9-4EAD-9954-3F200C27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onent-901">
            <a:extLst xmlns:a="http://schemas.openxmlformats.org/drawingml/2006/main">
              <a:ext uri="{FF2B5EF4-FFF2-40B4-BE49-F238E27FC236}">
                <a16:creationId xmlns:a16="http://schemas.microsoft.com/office/drawing/2014/main" id="{0B30DB9F-D6A6-4203-B80D-C15812B9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6553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3EB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1" name="component-902">
            <a:extLst xmlns:a="http://schemas.openxmlformats.org/drawingml/2006/main">
              <a:ext uri="{FF2B5EF4-FFF2-40B4-BE49-F238E27FC236}">
                <a16:creationId xmlns:a16="http://schemas.microsoft.com/office/drawing/2014/main" id="{02749BA2-430C-4E97-92B7-63A477C5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5334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mponent-903">
            <a:extLst xmlns:a="http://schemas.openxmlformats.org/drawingml/2006/main">
              <a:ext uri="{FF2B5EF4-FFF2-40B4-BE49-F238E27FC236}">
                <a16:creationId xmlns:a16="http://schemas.microsoft.com/office/drawing/2014/main" id="{0F4EB1D3-B7B5-4191-8711-407E3040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13" name="component-904">
            <a:extLst xmlns:a="http://schemas.openxmlformats.org/drawingml/2006/main">
              <a:ext uri="{FF2B5EF4-FFF2-40B4-BE49-F238E27FC236}">
                <a16:creationId xmlns:a16="http://schemas.microsoft.com/office/drawing/2014/main" id="{AD7D33D9-9E9A-4B1C-ADA9-68A44428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55626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Apartment resident</a:t>
            </a:r>
          </a:p>
        </p:txBody>
      </p:sp>
      <p:sp>
        <p:nvSpPr>
          <p:cNvPr id="14" name="component-905">
            <a:extLst xmlns:a="http://schemas.openxmlformats.org/drawingml/2006/main">
              <a:ext uri="{FF2B5EF4-FFF2-40B4-BE49-F238E27FC236}">
                <a16:creationId xmlns:a16="http://schemas.microsoft.com/office/drawing/2014/main" id="{CC235563-8003-47A2-B49A-2E97C1A2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55626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Long-term room rental</a:t>
            </a:r>
          </a:p>
        </p:txBody>
      </p:sp>
      <p:sp>
        <p:nvSpPr>
          <p:cNvPr id="15" name="component-906">
            <a:extLst xmlns:a="http://schemas.openxmlformats.org/drawingml/2006/main">
              <a:ext uri="{FF2B5EF4-FFF2-40B4-BE49-F238E27FC236}">
                <a16:creationId xmlns:a16="http://schemas.microsoft.com/office/drawing/2014/main" id="{FC63B329-D147-4281-B316-93E2527D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6553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3EB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6" name="component-907">
            <a:extLst xmlns:a="http://schemas.openxmlformats.org/drawingml/2006/main">
              <a:ext uri="{FF2B5EF4-FFF2-40B4-BE49-F238E27FC236}">
                <a16:creationId xmlns:a16="http://schemas.microsoft.com/office/drawing/2014/main" id="{AE2321CF-A69F-4308-AB85-300A9F56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5334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onent-908">
            <a:extLst xmlns:a="http://schemas.openxmlformats.org/drawingml/2006/main">
              <a:ext uri="{FF2B5EF4-FFF2-40B4-BE49-F238E27FC236}">
                <a16:creationId xmlns:a16="http://schemas.microsoft.com/office/drawing/2014/main" id="{ABCA84EA-58FC-4F0A-B1DA-CA9B8278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HT</a:t>
            </a:r>
          </a:p>
        </p:txBody>
      </p:sp>
      <p:sp>
        <p:nvSpPr>
          <p:cNvPr id="18" name="component-909">
            <a:extLst xmlns:a="http://schemas.openxmlformats.org/drawingml/2006/main">
              <a:ext uri="{FF2B5EF4-FFF2-40B4-BE49-F238E27FC236}">
                <a16:creationId xmlns:a16="http://schemas.microsoft.com/office/drawing/2014/main" id="{834A3EA7-C4AA-4D0B-8BDD-336B542B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55626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Hotel guest</a:t>
            </a:r>
          </a:p>
        </p:txBody>
      </p:sp>
      <p:sp>
        <p:nvSpPr>
          <p:cNvPr id="19" name="component-910">
            <a:extLst xmlns:a="http://schemas.openxmlformats.org/drawingml/2006/main">
              <a:ext uri="{FF2B5EF4-FFF2-40B4-BE49-F238E27FC236}">
                <a16:creationId xmlns:a16="http://schemas.microsoft.com/office/drawing/2014/main" id="{B783EEDA-5CCA-4B94-9B61-7CCA3142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55626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Daily room occupancy</a:t>
            </a:r>
          </a:p>
        </p:txBody>
      </p:sp>
      <p:sp>
        <p:nvSpPr>
          <p:cNvPr id="20" name="component-911">
            <a:extLst xmlns:a="http://schemas.openxmlformats.org/drawingml/2006/main">
              <a:ext uri="{FF2B5EF4-FFF2-40B4-BE49-F238E27FC236}">
                <a16:creationId xmlns:a16="http://schemas.microsoft.com/office/drawing/2014/main" id="{F4503AE6-D936-4E61-928C-1CBD3D1F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6553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3EB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1" name="component-912">
            <a:extLst xmlns:a="http://schemas.openxmlformats.org/drawingml/2006/main">
              <a:ext uri="{FF2B5EF4-FFF2-40B4-BE49-F238E27FC236}">
                <a16:creationId xmlns:a16="http://schemas.microsoft.com/office/drawing/2014/main" id="{D83CB4C9-E0ED-465D-9D56-3E24BDC2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24600"/>
            <a:ext cx="5334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mponent-913">
            <a:extLst xmlns:a="http://schemas.openxmlformats.org/drawingml/2006/main">
              <a:ext uri="{FF2B5EF4-FFF2-40B4-BE49-F238E27FC236}">
                <a16:creationId xmlns:a16="http://schemas.microsoft.com/office/drawing/2014/main" id="{1C86238A-10F2-4519-93CA-F848672F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3" name="component-914">
            <a:extLst xmlns:a="http://schemas.openxmlformats.org/drawingml/2006/main">
              <a:ext uri="{FF2B5EF4-FFF2-40B4-BE49-F238E27FC236}">
                <a16:creationId xmlns:a16="http://schemas.microsoft.com/office/drawing/2014/main" id="{C459ED57-3DB1-4C27-9FAE-554D2372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24600"/>
            <a:ext cx="55626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Corporate tenant</a:t>
            </a:r>
          </a:p>
        </p:txBody>
      </p:sp>
      <p:sp>
        <p:nvSpPr>
          <p:cNvPr id="24" name="component-915">
            <a:extLst xmlns:a="http://schemas.openxmlformats.org/drawingml/2006/main">
              <a:ext uri="{FF2B5EF4-FFF2-40B4-BE49-F238E27FC236}">
                <a16:creationId xmlns:a16="http://schemas.microsoft.com/office/drawing/2014/main" id="{151B1BF4-2259-49A8-BE0B-CD2B6283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667500"/>
            <a:ext cx="55626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Whole-floor lease</a:t>
            </a:r>
          </a:p>
        </p:txBody>
      </p:sp>
      <p:sp>
        <p:nvSpPr>
          <p:cNvPr id="25" name="component-916">
            <a:extLst xmlns:a="http://schemas.openxmlformats.org/drawingml/2006/main">
              <a:ext uri="{FF2B5EF4-FFF2-40B4-BE49-F238E27FC236}">
                <a16:creationId xmlns:a16="http://schemas.microsoft.com/office/drawing/2014/main" id="{66B31881-6AC2-46F1-9DEB-3F302418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86700"/>
            <a:ext cx="6553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Needs affect happiness and occupancy.</a:t>
            </a:r>
          </a:p>
        </p:txBody>
      </p:sp>
      <p:sp>
        <p:nvSpPr>
          <p:cNvPr id="26" name="component-917">
            <a:extLst xmlns:a="http://schemas.openxmlformats.org/drawingml/2006/main">
              <a:ext uri="{FF2B5EF4-FFF2-40B4-BE49-F238E27FC236}">
                <a16:creationId xmlns:a16="http://schemas.microsoft.com/office/drawing/2014/main" id="{4097B132-547D-4CE5-BF7C-FE0F1841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7010400" cy="64770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7" name="component-918">
            <a:extLst xmlns:a="http://schemas.openxmlformats.org/drawingml/2006/main">
              <a:ext uri="{FF2B5EF4-FFF2-40B4-BE49-F238E27FC236}">
                <a16:creationId xmlns:a16="http://schemas.microsoft.com/office/drawing/2014/main" id="{14C8B331-679C-4819-9B8C-418AAEBF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65532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Traffic and parking</a:t>
            </a:r>
          </a:p>
        </p:txBody>
      </p:sp>
      <p:sp>
        <p:nvSpPr>
          <p:cNvPr id="28" name="component-919">
            <a:extLst xmlns:a="http://schemas.openxmlformats.org/drawingml/2006/main">
              <a:ext uri="{FF2B5EF4-FFF2-40B4-BE49-F238E27FC236}">
                <a16:creationId xmlns:a16="http://schemas.microsoft.com/office/drawing/2014/main" id="{1621DD9F-C7CC-459B-BE81-2E1573BE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mponent-920">
            <a:extLst xmlns:a="http://schemas.openxmlformats.org/drawingml/2006/main">
              <a:ext uri="{FF2B5EF4-FFF2-40B4-BE49-F238E27FC236}">
                <a16:creationId xmlns:a16="http://schemas.microsoft.com/office/drawing/2014/main" id="{1F2C87DE-79CA-40F9-B66E-85F1B921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6553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3EB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0" name="component-921">
            <a:extLst xmlns:a="http://schemas.openxmlformats.org/drawingml/2006/main">
              <a:ext uri="{FF2B5EF4-FFF2-40B4-BE49-F238E27FC236}">
                <a16:creationId xmlns:a16="http://schemas.microsoft.com/office/drawing/2014/main" id="{F4184811-1746-4862-AEBC-1E0723B0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76600"/>
            <a:ext cx="5334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mponent-922">
            <a:extLst xmlns:a="http://schemas.openxmlformats.org/drawingml/2006/main">
              <a:ext uri="{FF2B5EF4-FFF2-40B4-BE49-F238E27FC236}">
                <a16:creationId xmlns:a16="http://schemas.microsoft.com/office/drawing/2014/main" id="{823CEA3F-036B-403D-89F5-876A5BCB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52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FB</a:t>
            </a:r>
          </a:p>
        </p:txBody>
      </p:sp>
      <p:sp>
        <p:nvSpPr>
          <p:cNvPr id="32" name="component-923">
            <a:extLst xmlns:a="http://schemas.openxmlformats.org/drawingml/2006/main">
              <a:ext uri="{FF2B5EF4-FFF2-40B4-BE49-F238E27FC236}">
                <a16:creationId xmlns:a16="http://schemas.microsoft.com/office/drawing/2014/main" id="{CD79D585-145D-4B8F-B100-F241B05D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76600"/>
            <a:ext cx="55626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Food court customers</a:t>
            </a:r>
          </a:p>
        </p:txBody>
      </p:sp>
      <p:sp>
        <p:nvSpPr>
          <p:cNvPr id="33" name="component-924">
            <a:extLst xmlns:a="http://schemas.openxmlformats.org/drawingml/2006/main">
              <a:ext uri="{FF2B5EF4-FFF2-40B4-BE49-F238E27FC236}">
                <a16:creationId xmlns:a16="http://schemas.microsoft.com/office/drawing/2014/main" id="{0F4D1A07-469B-4EC8-B350-4B4B6FAC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19500"/>
            <a:ext cx="55626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Sales depend on visitor traffic.</a:t>
            </a:r>
          </a:p>
        </p:txBody>
      </p:sp>
      <p:sp>
        <p:nvSpPr>
          <p:cNvPr id="34" name="component-925">
            <a:extLst xmlns:a="http://schemas.openxmlformats.org/drawingml/2006/main">
              <a:ext uri="{FF2B5EF4-FFF2-40B4-BE49-F238E27FC236}">
                <a16:creationId xmlns:a16="http://schemas.microsoft.com/office/drawing/2014/main" id="{FB92CBD2-60F1-4391-82F5-786D31A4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419404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Parking used</a:t>
            </a:r>
          </a:p>
        </p:txBody>
      </p:sp>
      <p:sp>
        <p:nvSpPr>
          <p:cNvPr id="35" name="component-926">
            <a:extLst xmlns:a="http://schemas.openxmlformats.org/drawingml/2006/main">
              <a:ext uri="{FF2B5EF4-FFF2-40B4-BE49-F238E27FC236}">
                <a16:creationId xmlns:a16="http://schemas.microsoft.com/office/drawing/2014/main" id="{893FEF86-B565-4496-9542-9E969898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0" y="4857750"/>
            <a:ext cx="26212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80 / 100</a:t>
            </a:r>
          </a:p>
        </p:txBody>
      </p:sp>
      <p:sp>
        <p:nvSpPr>
          <p:cNvPr id="36" name="component-927">
            <a:extLst xmlns:a="http://schemas.openxmlformats.org/drawingml/2006/main">
              <a:ext uri="{FF2B5EF4-FFF2-40B4-BE49-F238E27FC236}">
                <a16:creationId xmlns:a16="http://schemas.microsoft.com/office/drawing/2014/main" id="{D3CEE6F1-DEB6-4BC8-9754-B3F705D4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5780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onent-928">
            <a:extLst xmlns:a="http://schemas.openxmlformats.org/drawingml/2006/main">
              <a:ext uri="{FF2B5EF4-FFF2-40B4-BE49-F238E27FC236}">
                <a16:creationId xmlns:a16="http://schemas.microsoft.com/office/drawing/2014/main" id="{44241862-C87A-4EE7-ABB1-34C313B8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86400"/>
            <a:ext cx="6553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omponent-929">
            <a:extLst xmlns:a="http://schemas.openxmlformats.org/drawingml/2006/main">
              <a:ext uri="{FF2B5EF4-FFF2-40B4-BE49-F238E27FC236}">
                <a16:creationId xmlns:a16="http://schemas.microsoft.com/office/drawing/2014/main" id="{023231EB-0CCA-4460-9ACB-252A8A39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86400"/>
            <a:ext cx="524256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onent-930">
            <a:extLst xmlns:a="http://schemas.openxmlformats.org/drawingml/2006/main">
              <a:ext uri="{FF2B5EF4-FFF2-40B4-BE49-F238E27FC236}">
                <a16:creationId xmlns:a16="http://schemas.microsoft.com/office/drawing/2014/main" id="{8E6E4CDA-40E0-4BCF-B945-6D64B1C5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81700"/>
            <a:ext cx="419404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Daily visitor traffic</a:t>
            </a:r>
          </a:p>
        </p:txBody>
      </p:sp>
      <p:sp>
        <p:nvSpPr>
          <p:cNvPr id="40" name="component-931">
            <a:extLst xmlns:a="http://schemas.openxmlformats.org/drawingml/2006/main">
              <a:ext uri="{FF2B5EF4-FFF2-40B4-BE49-F238E27FC236}">
                <a16:creationId xmlns:a16="http://schemas.microsoft.com/office/drawing/2014/main" id="{9EE6C17D-0043-47A9-B1C8-422F21D8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0" y="5981700"/>
            <a:ext cx="262128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Estimate</a:t>
            </a:r>
          </a:p>
        </p:txBody>
      </p:sp>
      <p:sp>
        <p:nvSpPr>
          <p:cNvPr id="41" name="component-932">
            <a:extLst xmlns:a="http://schemas.openxmlformats.org/drawingml/2006/main">
              <a:ext uri="{FF2B5EF4-FFF2-40B4-BE49-F238E27FC236}">
                <a16:creationId xmlns:a16="http://schemas.microsoft.com/office/drawing/2014/main" id="{EB34A1B6-3F72-4042-A260-B9291E28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381750"/>
            <a:ext cx="655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mponent-933">
            <a:extLst xmlns:a="http://schemas.openxmlformats.org/drawingml/2006/main">
              <a:ext uri="{FF2B5EF4-FFF2-40B4-BE49-F238E27FC236}">
                <a16:creationId xmlns:a16="http://schemas.microsoft.com/office/drawing/2014/main" id="{75995FFB-F1B9-47A7-8279-93932740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896100"/>
            <a:ext cx="65532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onent-934">
            <a:extLst xmlns:a="http://schemas.openxmlformats.org/drawingml/2006/main">
              <a:ext uri="{FF2B5EF4-FFF2-40B4-BE49-F238E27FC236}">
                <a16:creationId xmlns:a16="http://schemas.microsoft.com/office/drawing/2014/main" id="{0C864E7C-0EEC-4E52-BDE4-A39B43B7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086600"/>
            <a:ext cx="6096000" cy="32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B9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B943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94343"/>
                </a:solidFill>
                <a:latin typeface="Arial"/>
                <a:ea typeface="Arial"/>
                <a:cs typeface="Arial"/>
              </a:rPr>
              <a:t>Parking-full state</a:t>
            </a:r>
          </a:p>
        </p:txBody>
      </p:sp>
      <p:sp>
        <p:nvSpPr>
          <p:cNvPr id="44" name="component-935">
            <a:extLst xmlns:a="http://schemas.openxmlformats.org/drawingml/2006/main">
              <a:ext uri="{FF2B5EF4-FFF2-40B4-BE49-F238E27FC236}">
                <a16:creationId xmlns:a16="http://schemas.microsoft.com/office/drawing/2014/main" id="{DF39E9DF-3166-4085-A1CD-555DD2EB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486650"/>
            <a:ext cx="609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B9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943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94343"/>
                </a:solidFill>
                <a:latin typeface="Arial"/>
                <a:ea typeface="Arial"/>
                <a:cs typeface="Arial"/>
              </a:rPr>
              <a:t>At 100 / 100, new occupancy is blocked.</a:t>
            </a:r>
          </a:p>
          <a:p xmlns:a="http://schemas.openxmlformats.org/drawingml/2006/main">
            <a:pPr algn="l">
              <a:defRPr sz="1500" b="0">
                <a:solidFill>
                  <a:srgbClr val="B943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94343"/>
                </a:solidFill>
                <a:latin typeface="Arial"/>
                <a:ea typeface="Arial"/>
                <a:cs typeface="Arial"/>
              </a:rPr>
              <a:t>Expand parking to increase capacity.</a:t>
            </a:r>
          </a:p>
        </p:txBody>
      </p:sp>
    </p:spTree>
    <p:extLst>
      <p:ext uri="{BB962C8B-B14F-4D97-AF65-F5344CB8AC3E}">
        <p14:creationId xmlns:p14="http://schemas.microsoft.com/office/powerpoint/2010/main" val="15297418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43D8C0-B7F8-49FA-96D3-E22F6311C8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1761ad5f846aa"/>
          <a:stretch xmlns:a="http://schemas.openxmlformats.org/drawingml/2006/main"/>
        </p:blipFill>
        <p:spPr>
          <a:xfrm xmlns:a="http://schemas.openxmlformats.org/drawingml/2006/main">
            <a:off x="457200" y="304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component-936">
            <a:extLst xmlns:a="http://schemas.openxmlformats.org/drawingml/2006/main">
              <a:ext uri="{FF2B5EF4-FFF2-40B4-BE49-F238E27FC236}">
                <a16:creationId xmlns:a16="http://schemas.microsoft.com/office/drawing/2014/main" id="{4AE82133-F4FB-4C7E-97AF-8D820B8A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7620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Management Tycoon</a:t>
            </a:r>
          </a:p>
        </p:txBody>
      </p:sp>
      <p:sp>
        <p:nvSpPr>
          <p:cNvPr id="3" name="component-937">
            <a:extLst xmlns:a="http://schemas.openxmlformats.org/drawingml/2006/main">
              <a:ext uri="{FF2B5EF4-FFF2-40B4-BE49-F238E27FC236}">
                <a16:creationId xmlns:a16="http://schemas.microsoft.com/office/drawing/2014/main" id="{3B68FC4F-C5E4-4817-968C-5832711D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1000"/>
            <a:ext cx="1219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  <p:sp>
        <p:nvSpPr>
          <p:cNvPr id="4" name="component-938">
            <a:extLst xmlns:a="http://schemas.openxmlformats.org/drawingml/2006/main">
              <a:ext uri="{FF2B5EF4-FFF2-40B4-BE49-F238E27FC236}">
                <a16:creationId xmlns:a16="http://schemas.microsoft.com/office/drawing/2014/main" id="{4FEC09BC-61AD-461E-B50B-9D79AC16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onent-939">
            <a:extLst xmlns:a="http://schemas.openxmlformats.org/drawingml/2006/main">
              <a:ext uri="{FF2B5EF4-FFF2-40B4-BE49-F238E27FC236}">
                <a16:creationId xmlns:a16="http://schemas.microsoft.com/office/drawing/2014/main" id="{B6BCA2D1-E49B-44B0-B4AD-FC6A09EB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14 · Building upgrades</a:t>
            </a:r>
          </a:p>
        </p:txBody>
      </p:sp>
      <p:sp>
        <p:nvSpPr>
          <p:cNvPr id="6" name="component-940">
            <a:extLst xmlns:a="http://schemas.openxmlformats.org/drawingml/2006/main">
              <a:ext uri="{FF2B5EF4-FFF2-40B4-BE49-F238E27FC236}">
                <a16:creationId xmlns:a16="http://schemas.microsoft.com/office/drawing/2014/main" id="{662231FE-5F38-41BB-8391-C3D320C1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11430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Design reference. Sample values are illustrative.</a:t>
            </a:r>
          </a:p>
        </p:txBody>
      </p:sp>
      <p:sp>
        <p:nvSpPr>
          <p:cNvPr id="7" name="component-941">
            <a:extLst xmlns:a="http://schemas.openxmlformats.org/drawingml/2006/main">
              <a:ext uri="{FF2B5EF4-FFF2-40B4-BE49-F238E27FC236}">
                <a16:creationId xmlns:a16="http://schemas.microsoft.com/office/drawing/2014/main" id="{6646AFD2-73E5-43A9-9BF7-FACE36A5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352800" cy="64770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" name="component-942">
            <a:extLst xmlns:a="http://schemas.openxmlformats.org/drawingml/2006/main">
              <a:ext uri="{FF2B5EF4-FFF2-40B4-BE49-F238E27FC236}">
                <a16:creationId xmlns:a16="http://schemas.microsoft.com/office/drawing/2014/main" id="{895843FA-FEC6-4C37-A538-828B8210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895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Luxury</a:t>
            </a:r>
          </a:p>
        </p:txBody>
      </p:sp>
      <p:sp>
        <p:nvSpPr>
          <p:cNvPr id="9" name="component-943">
            <a:extLst xmlns:a="http://schemas.openxmlformats.org/drawingml/2006/main">
              <a:ext uri="{FF2B5EF4-FFF2-40B4-BE49-F238E27FC236}">
                <a16:creationId xmlns:a16="http://schemas.microsoft.com/office/drawing/2014/main" id="{8B75B7A2-864A-478F-BCB9-D1E48389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onent-944">
            <a:extLst xmlns:a="http://schemas.openxmlformats.org/drawingml/2006/main">
              <a:ext uri="{FF2B5EF4-FFF2-40B4-BE49-F238E27FC236}">
                <a16:creationId xmlns:a16="http://schemas.microsoft.com/office/drawing/2014/main" id="{9D205FF8-D428-4133-A4AA-798C2AF4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8956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onent-945">
            <a:extLst xmlns:a="http://schemas.openxmlformats.org/drawingml/2006/main">
              <a:ext uri="{FF2B5EF4-FFF2-40B4-BE49-F238E27FC236}">
                <a16:creationId xmlns:a16="http://schemas.microsoft.com/office/drawing/2014/main" id="{44106731-B74D-403F-B1FA-517AF6B5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259080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7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component-946">
            <a:extLst xmlns:a="http://schemas.openxmlformats.org/drawingml/2006/main">
              <a:ext uri="{FF2B5EF4-FFF2-40B4-BE49-F238E27FC236}">
                <a16:creationId xmlns:a16="http://schemas.microsoft.com/office/drawing/2014/main" id="{8AA57279-E50B-4BB0-9AE1-16F08323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Increase the luxury rating.</a:t>
            </a:r>
          </a:p>
        </p:txBody>
      </p:sp>
      <p:sp>
        <p:nvSpPr>
          <p:cNvPr id="13" name="component-947">
            <a:extLst xmlns:a="http://schemas.openxmlformats.org/drawingml/2006/main">
              <a:ext uri="{FF2B5EF4-FFF2-40B4-BE49-F238E27FC236}">
                <a16:creationId xmlns:a16="http://schemas.microsoft.com/office/drawing/2014/main" id="{7F1E3BFF-7FDC-4E89-8AD5-AEEA1FEC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28956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Level: example</a:t>
            </a:r>
          </a:p>
        </p:txBody>
      </p:sp>
      <p:sp>
        <p:nvSpPr>
          <p:cNvPr id="14" name="component-948">
            <a:extLst xmlns:a="http://schemas.openxmlformats.org/drawingml/2006/main">
              <a:ext uri="{FF2B5EF4-FFF2-40B4-BE49-F238E27FC236}">
                <a16:creationId xmlns:a16="http://schemas.microsoft.com/office/drawing/2014/main" id="{6B561FAF-F922-4FAB-AEB7-180A496C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8531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15" name="component-949">
            <a:extLst xmlns:a="http://schemas.openxmlformats.org/drawingml/2006/main">
              <a:ext uri="{FF2B5EF4-FFF2-40B4-BE49-F238E27FC236}">
                <a16:creationId xmlns:a16="http://schemas.microsoft.com/office/drawing/2014/main" id="{9DCF20E2-F393-4B27-AEB8-69B82492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6172200"/>
            <a:ext cx="115824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Estimate</a:t>
            </a:r>
          </a:p>
        </p:txBody>
      </p:sp>
      <p:sp>
        <p:nvSpPr>
          <p:cNvPr id="16" name="component-950">
            <a:extLst xmlns:a="http://schemas.openxmlformats.org/drawingml/2006/main">
              <a:ext uri="{FF2B5EF4-FFF2-40B4-BE49-F238E27FC236}">
                <a16:creationId xmlns:a16="http://schemas.microsoft.com/office/drawing/2014/main" id="{F87778DB-C641-4D9B-8354-5ADA2CBD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onent-951">
            <a:extLst xmlns:a="http://schemas.openxmlformats.org/drawingml/2006/main">
              <a:ext uri="{FF2B5EF4-FFF2-40B4-BE49-F238E27FC236}">
                <a16:creationId xmlns:a16="http://schemas.microsoft.com/office/drawing/2014/main" id="{5913881D-BD62-497B-82FC-3B6C6060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19900"/>
            <a:ext cx="28956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Daily maintenance: estimate</a:t>
            </a:r>
          </a:p>
        </p:txBody>
      </p:sp>
      <p:sp>
        <p:nvSpPr>
          <p:cNvPr id="18" name="component-952">
            <a:extLst xmlns:a="http://schemas.openxmlformats.org/drawingml/2006/main">
              <a:ext uri="{FF2B5EF4-FFF2-40B4-BE49-F238E27FC236}">
                <a16:creationId xmlns:a16="http://schemas.microsoft.com/office/drawing/2014/main" id="{4BC59C91-A07E-4B57-B19E-BAD7C75A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58100"/>
            <a:ext cx="2895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mponent-953">
            <a:extLst xmlns:a="http://schemas.openxmlformats.org/drawingml/2006/main">
              <a:ext uri="{FF2B5EF4-FFF2-40B4-BE49-F238E27FC236}">
                <a16:creationId xmlns:a16="http://schemas.microsoft.com/office/drawing/2014/main" id="{A2D0F650-CC13-43BF-8406-F988F16E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734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upgrade</a:t>
            </a:r>
          </a:p>
        </p:txBody>
      </p:sp>
      <p:sp>
        <p:nvSpPr>
          <p:cNvPr id="20" name="component-954">
            <a:extLst xmlns:a="http://schemas.openxmlformats.org/drawingml/2006/main">
              <a:ext uri="{FF2B5EF4-FFF2-40B4-BE49-F238E27FC236}">
                <a16:creationId xmlns:a16="http://schemas.microsoft.com/office/drawing/2014/main" id="{5C65D388-CAC7-4485-8631-5B8C96DF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95500"/>
            <a:ext cx="3352800" cy="64770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1" name="component-955">
            <a:extLst xmlns:a="http://schemas.openxmlformats.org/drawingml/2006/main">
              <a:ext uri="{FF2B5EF4-FFF2-40B4-BE49-F238E27FC236}">
                <a16:creationId xmlns:a16="http://schemas.microsoft.com/office/drawing/2014/main" id="{CCE4FE8A-FD5C-41F2-A63A-6D9DE3EC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2895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Underground parking</a:t>
            </a:r>
          </a:p>
        </p:txBody>
      </p:sp>
      <p:sp>
        <p:nvSpPr>
          <p:cNvPr id="22" name="component-956">
            <a:extLst xmlns:a="http://schemas.openxmlformats.org/drawingml/2006/main">
              <a:ext uri="{FF2B5EF4-FFF2-40B4-BE49-F238E27FC236}">
                <a16:creationId xmlns:a16="http://schemas.microsoft.com/office/drawing/2014/main" id="{D946C9EE-0162-48EB-A2E3-5C85E7E1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mponent-957">
            <a:extLst xmlns:a="http://schemas.openxmlformats.org/drawingml/2006/main">
              <a:ext uri="{FF2B5EF4-FFF2-40B4-BE49-F238E27FC236}">
                <a16:creationId xmlns:a16="http://schemas.microsoft.com/office/drawing/2014/main" id="{3DB82143-45B6-480A-AD19-744AAD31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86100"/>
            <a:ext cx="28956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mponent-958">
            <a:extLst xmlns:a="http://schemas.openxmlformats.org/drawingml/2006/main">
              <a:ext uri="{FF2B5EF4-FFF2-40B4-BE49-F238E27FC236}">
                <a16:creationId xmlns:a16="http://schemas.microsoft.com/office/drawing/2014/main" id="{EA2ABA31-1925-4A97-8ACE-A541F16B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259080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7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B1 / B2 / B3</a:t>
            </a:r>
          </a:p>
        </p:txBody>
      </p:sp>
      <p:sp>
        <p:nvSpPr>
          <p:cNvPr id="25" name="component-959">
            <a:extLst xmlns:a="http://schemas.openxmlformats.org/drawingml/2006/main">
              <a:ext uri="{FF2B5EF4-FFF2-40B4-BE49-F238E27FC236}">
                <a16:creationId xmlns:a16="http://schemas.microsoft.com/office/drawing/2014/main" id="{37C51773-0C8E-4D12-8009-497B4847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387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Excavate parking levels only.</a:t>
            </a:r>
          </a:p>
        </p:txBody>
      </p:sp>
      <p:sp>
        <p:nvSpPr>
          <p:cNvPr id="26" name="component-960">
            <a:extLst xmlns:a="http://schemas.openxmlformats.org/drawingml/2006/main">
              <a:ext uri="{FF2B5EF4-FFF2-40B4-BE49-F238E27FC236}">
                <a16:creationId xmlns:a16="http://schemas.microsoft.com/office/drawing/2014/main" id="{D07BD755-32AE-40A1-B16C-89A2FC6E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38800"/>
            <a:ext cx="28956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Maximum: B3</a:t>
            </a:r>
          </a:p>
        </p:txBody>
      </p:sp>
      <p:sp>
        <p:nvSpPr>
          <p:cNvPr id="27" name="component-961">
            <a:extLst xmlns:a="http://schemas.openxmlformats.org/drawingml/2006/main">
              <a:ext uri="{FF2B5EF4-FFF2-40B4-BE49-F238E27FC236}">
                <a16:creationId xmlns:a16="http://schemas.microsoft.com/office/drawing/2014/main" id="{E5002EDE-E484-40C0-B711-64DBDFD3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172200"/>
            <a:ext cx="18531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28" name="component-962">
            <a:extLst xmlns:a="http://schemas.openxmlformats.org/drawingml/2006/main">
              <a:ext uri="{FF2B5EF4-FFF2-40B4-BE49-F238E27FC236}">
                <a16:creationId xmlns:a16="http://schemas.microsoft.com/office/drawing/2014/main" id="{47B59321-C0ED-495C-81C5-9CDD9A11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6172200"/>
            <a:ext cx="115824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Estimate</a:t>
            </a:r>
          </a:p>
        </p:txBody>
      </p:sp>
      <p:sp>
        <p:nvSpPr>
          <p:cNvPr id="29" name="component-963">
            <a:extLst xmlns:a="http://schemas.openxmlformats.org/drawingml/2006/main">
              <a:ext uri="{FF2B5EF4-FFF2-40B4-BE49-F238E27FC236}">
                <a16:creationId xmlns:a16="http://schemas.microsoft.com/office/drawing/2014/main" id="{21491B85-B0F8-4464-BAD1-2F53353C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5722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mponent-964">
            <a:extLst xmlns:a="http://schemas.openxmlformats.org/drawingml/2006/main">
              <a:ext uri="{FF2B5EF4-FFF2-40B4-BE49-F238E27FC236}">
                <a16:creationId xmlns:a16="http://schemas.microsoft.com/office/drawing/2014/main" id="{410645F0-4FAD-43F8-BBF6-F0DE3B0E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819900"/>
            <a:ext cx="28956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Daily maintenance: estimate</a:t>
            </a:r>
          </a:p>
        </p:txBody>
      </p:sp>
      <p:sp>
        <p:nvSpPr>
          <p:cNvPr id="31" name="component-965">
            <a:extLst xmlns:a="http://schemas.openxmlformats.org/drawingml/2006/main">
              <a:ext uri="{FF2B5EF4-FFF2-40B4-BE49-F238E27FC236}">
                <a16:creationId xmlns:a16="http://schemas.microsoft.com/office/drawing/2014/main" id="{0CBEF006-DEA1-4773-8C53-E3DCADE6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7658100"/>
            <a:ext cx="2895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omponent-966">
            <a:extLst xmlns:a="http://schemas.openxmlformats.org/drawingml/2006/main">
              <a:ext uri="{FF2B5EF4-FFF2-40B4-BE49-F238E27FC236}">
                <a16:creationId xmlns:a16="http://schemas.microsoft.com/office/drawing/2014/main" id="{C28CC5CD-AF56-4D51-AF5C-37EFC8F1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734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upgrade</a:t>
            </a:r>
          </a:p>
        </p:txBody>
      </p:sp>
      <p:sp>
        <p:nvSpPr>
          <p:cNvPr id="33" name="component-967">
            <a:extLst xmlns:a="http://schemas.openxmlformats.org/drawingml/2006/main">
              <a:ext uri="{FF2B5EF4-FFF2-40B4-BE49-F238E27FC236}">
                <a16:creationId xmlns:a16="http://schemas.microsoft.com/office/drawing/2014/main" id="{42D299F0-AEC2-4C70-840E-946DBE71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3352800" cy="64770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4" name="component-968">
            <a:extLst xmlns:a="http://schemas.openxmlformats.org/drawingml/2006/main">
              <a:ext uri="{FF2B5EF4-FFF2-40B4-BE49-F238E27FC236}">
                <a16:creationId xmlns:a16="http://schemas.microsoft.com/office/drawing/2014/main" id="{CB869467-58D8-44EA-8E3A-5BC51FA3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2895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Standard lifts</a:t>
            </a:r>
          </a:p>
        </p:txBody>
      </p:sp>
      <p:sp>
        <p:nvSpPr>
          <p:cNvPr id="35" name="component-969">
            <a:extLst xmlns:a="http://schemas.openxmlformats.org/drawingml/2006/main">
              <a:ext uri="{FF2B5EF4-FFF2-40B4-BE49-F238E27FC236}">
                <a16:creationId xmlns:a16="http://schemas.microsoft.com/office/drawing/2014/main" id="{78E3424B-C046-4D00-9F25-EB3C10D6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mponent-970">
            <a:extLst xmlns:a="http://schemas.openxmlformats.org/drawingml/2006/main">
              <a:ext uri="{FF2B5EF4-FFF2-40B4-BE49-F238E27FC236}">
                <a16:creationId xmlns:a16="http://schemas.microsoft.com/office/drawing/2014/main" id="{ECB6F146-85A8-4E61-A0BF-E2A5665E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86100"/>
            <a:ext cx="28956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onent-971">
            <a:extLst xmlns:a="http://schemas.openxmlformats.org/drawingml/2006/main">
              <a:ext uri="{FF2B5EF4-FFF2-40B4-BE49-F238E27FC236}">
                <a16:creationId xmlns:a16="http://schemas.microsoft.com/office/drawing/2014/main" id="{FFBB5E27-9F0A-4E6D-8EA7-AC2AA6F1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67100"/>
            <a:ext cx="259080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7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0 / 3</a:t>
            </a:r>
          </a:p>
        </p:txBody>
      </p:sp>
      <p:sp>
        <p:nvSpPr>
          <p:cNvPr id="38" name="component-972">
            <a:extLst xmlns:a="http://schemas.openxmlformats.org/drawingml/2006/main">
              <a:ext uri="{FF2B5EF4-FFF2-40B4-BE49-F238E27FC236}">
                <a16:creationId xmlns:a16="http://schemas.microsoft.com/office/drawing/2014/main" id="{046DF531-C4BF-4FE4-8050-F5FB5BA8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387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Improve vertical access.</a:t>
            </a:r>
          </a:p>
        </p:txBody>
      </p:sp>
      <p:sp>
        <p:nvSpPr>
          <p:cNvPr id="39" name="component-973">
            <a:extLst xmlns:a="http://schemas.openxmlformats.org/drawingml/2006/main">
              <a:ext uri="{FF2B5EF4-FFF2-40B4-BE49-F238E27FC236}">
                <a16:creationId xmlns:a16="http://schemas.microsoft.com/office/drawing/2014/main" id="{281346DD-330C-4B2D-B233-FB207AF3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38800"/>
            <a:ext cx="28956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Maximum: 3</a:t>
            </a:r>
          </a:p>
        </p:txBody>
      </p:sp>
      <p:sp>
        <p:nvSpPr>
          <p:cNvPr id="40" name="component-974">
            <a:extLst xmlns:a="http://schemas.openxmlformats.org/drawingml/2006/main">
              <a:ext uri="{FF2B5EF4-FFF2-40B4-BE49-F238E27FC236}">
                <a16:creationId xmlns:a16="http://schemas.microsoft.com/office/drawing/2014/main" id="{5DBB5A4D-EAC3-4A37-87CA-49E147FF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72200"/>
            <a:ext cx="18531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41" name="component-975">
            <a:extLst xmlns:a="http://schemas.openxmlformats.org/drawingml/2006/main">
              <a:ext uri="{FF2B5EF4-FFF2-40B4-BE49-F238E27FC236}">
                <a16:creationId xmlns:a16="http://schemas.microsoft.com/office/drawing/2014/main" id="{6CE1F26A-3D2F-4330-A863-74B52673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172200"/>
            <a:ext cx="115824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Estimate</a:t>
            </a:r>
          </a:p>
        </p:txBody>
      </p:sp>
      <p:sp>
        <p:nvSpPr>
          <p:cNvPr id="42" name="component-976">
            <a:extLst xmlns:a="http://schemas.openxmlformats.org/drawingml/2006/main">
              <a:ext uri="{FF2B5EF4-FFF2-40B4-BE49-F238E27FC236}">
                <a16:creationId xmlns:a16="http://schemas.microsoft.com/office/drawing/2014/main" id="{1A000D64-C43D-4CAD-B74A-9ABCDC11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722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onent-977">
            <a:extLst xmlns:a="http://schemas.openxmlformats.org/drawingml/2006/main">
              <a:ext uri="{FF2B5EF4-FFF2-40B4-BE49-F238E27FC236}">
                <a16:creationId xmlns:a16="http://schemas.microsoft.com/office/drawing/2014/main" id="{5E3CEAAF-8C43-4332-AE8F-9466175F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819900"/>
            <a:ext cx="28956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Daily maintenance: estimate</a:t>
            </a:r>
          </a:p>
        </p:txBody>
      </p:sp>
      <p:sp>
        <p:nvSpPr>
          <p:cNvPr id="44" name="component-978">
            <a:extLst xmlns:a="http://schemas.openxmlformats.org/drawingml/2006/main">
              <a:ext uri="{FF2B5EF4-FFF2-40B4-BE49-F238E27FC236}">
                <a16:creationId xmlns:a16="http://schemas.microsoft.com/office/drawing/2014/main" id="{3FE253B9-04A7-4B3E-B80D-BC7AD036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658100"/>
            <a:ext cx="2895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omponent-979">
            <a:extLst xmlns:a="http://schemas.openxmlformats.org/drawingml/2006/main">
              <a:ext uri="{FF2B5EF4-FFF2-40B4-BE49-F238E27FC236}">
                <a16:creationId xmlns:a16="http://schemas.microsoft.com/office/drawing/2014/main" id="{1B3F9E1F-46A0-432D-BFE0-5A1BF83D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734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upgrade</a:t>
            </a:r>
          </a:p>
        </p:txBody>
      </p:sp>
      <p:sp>
        <p:nvSpPr>
          <p:cNvPr id="46" name="component-980">
            <a:extLst xmlns:a="http://schemas.openxmlformats.org/drawingml/2006/main">
              <a:ext uri="{FF2B5EF4-FFF2-40B4-BE49-F238E27FC236}">
                <a16:creationId xmlns:a16="http://schemas.microsoft.com/office/drawing/2014/main" id="{E5E66703-598B-4DD0-B296-22FCB0E8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095500"/>
            <a:ext cx="3352800" cy="64770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7" name="component-981">
            <a:extLst xmlns:a="http://schemas.openxmlformats.org/drawingml/2006/main">
              <a:ext uri="{FF2B5EF4-FFF2-40B4-BE49-F238E27FC236}">
                <a16:creationId xmlns:a16="http://schemas.microsoft.com/office/drawing/2014/main" id="{3DBBD5B9-15E0-4252-86F2-2A818D64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86000"/>
            <a:ext cx="2895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Executive lift</a:t>
            </a:r>
          </a:p>
        </p:txBody>
      </p:sp>
      <p:sp>
        <p:nvSpPr>
          <p:cNvPr id="48" name="component-982">
            <a:extLst xmlns:a="http://schemas.openxmlformats.org/drawingml/2006/main">
              <a:ext uri="{FF2B5EF4-FFF2-40B4-BE49-F238E27FC236}">
                <a16:creationId xmlns:a16="http://schemas.microsoft.com/office/drawing/2014/main" id="{4987C2D5-8777-4224-BC36-A881A6B5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7241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omponent-983">
            <a:extLst xmlns:a="http://schemas.openxmlformats.org/drawingml/2006/main">
              <a:ext uri="{FF2B5EF4-FFF2-40B4-BE49-F238E27FC236}">
                <a16:creationId xmlns:a16="http://schemas.microsoft.com/office/drawing/2014/main" id="{2CDADA3E-5376-45D7-BBE5-D386C02B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086100"/>
            <a:ext cx="28956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mponent-984">
            <a:extLst xmlns:a="http://schemas.openxmlformats.org/drawingml/2006/main">
              <a:ext uri="{FF2B5EF4-FFF2-40B4-BE49-F238E27FC236}">
                <a16:creationId xmlns:a16="http://schemas.microsoft.com/office/drawing/2014/main" id="{17CC02FA-F265-40F5-83C9-ACECDC3F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467100"/>
            <a:ext cx="2590800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7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1 / 1</a:t>
            </a:r>
          </a:p>
        </p:txBody>
      </p:sp>
      <p:sp>
        <p:nvSpPr>
          <p:cNvPr id="51" name="component-985">
            <a:extLst xmlns:a="http://schemas.openxmlformats.org/drawingml/2006/main">
              <a:ext uri="{FF2B5EF4-FFF2-40B4-BE49-F238E27FC236}">
                <a16:creationId xmlns:a16="http://schemas.microsoft.com/office/drawing/2014/main" id="{5F19B1E3-B08B-4C7A-B7A9-0D26C4CD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8387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Add executive access.</a:t>
            </a:r>
          </a:p>
        </p:txBody>
      </p:sp>
      <p:sp>
        <p:nvSpPr>
          <p:cNvPr id="52" name="component-986">
            <a:extLst xmlns:a="http://schemas.openxmlformats.org/drawingml/2006/main">
              <a:ext uri="{FF2B5EF4-FFF2-40B4-BE49-F238E27FC236}">
                <a16:creationId xmlns:a16="http://schemas.microsoft.com/office/drawing/2014/main" id="{282AE9F9-E5B1-4634-B2C6-B1946F4B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638800"/>
            <a:ext cx="28956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Maximum: 1</a:t>
            </a:r>
          </a:p>
        </p:txBody>
      </p:sp>
      <p:sp>
        <p:nvSpPr>
          <p:cNvPr id="53" name="component-987">
            <a:extLst xmlns:a="http://schemas.openxmlformats.org/drawingml/2006/main">
              <a:ext uri="{FF2B5EF4-FFF2-40B4-BE49-F238E27FC236}">
                <a16:creationId xmlns:a16="http://schemas.microsoft.com/office/drawing/2014/main" id="{71316261-ABD3-47EC-B558-29C7A63A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172200"/>
            <a:ext cx="185318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54" name="component-988">
            <a:extLst xmlns:a="http://schemas.openxmlformats.org/drawingml/2006/main">
              <a:ext uri="{FF2B5EF4-FFF2-40B4-BE49-F238E27FC236}">
                <a16:creationId xmlns:a16="http://schemas.microsoft.com/office/drawing/2014/main" id="{FAD0F000-C5F1-43E7-AA7C-6CDAFEDA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5960" y="6172200"/>
            <a:ext cx="115824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Estimate</a:t>
            </a:r>
          </a:p>
        </p:txBody>
      </p:sp>
      <p:sp>
        <p:nvSpPr>
          <p:cNvPr id="55" name="component-989">
            <a:extLst xmlns:a="http://schemas.openxmlformats.org/drawingml/2006/main">
              <a:ext uri="{FF2B5EF4-FFF2-40B4-BE49-F238E27FC236}">
                <a16:creationId xmlns:a16="http://schemas.microsoft.com/office/drawing/2014/main" id="{BD60AFF5-6810-4A69-AEFB-43C5AA2F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5722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omponent-990">
            <a:extLst xmlns:a="http://schemas.openxmlformats.org/drawingml/2006/main">
              <a:ext uri="{FF2B5EF4-FFF2-40B4-BE49-F238E27FC236}">
                <a16:creationId xmlns:a16="http://schemas.microsoft.com/office/drawing/2014/main" id="{DBC6394D-3ECB-40B9-9EA6-A1F886E3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819900"/>
            <a:ext cx="28956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Daily maintenance: estimate</a:t>
            </a:r>
          </a:p>
        </p:txBody>
      </p:sp>
      <p:sp>
        <p:nvSpPr>
          <p:cNvPr id="57" name="component-991">
            <a:extLst xmlns:a="http://schemas.openxmlformats.org/drawingml/2006/main">
              <a:ext uri="{FF2B5EF4-FFF2-40B4-BE49-F238E27FC236}">
                <a16:creationId xmlns:a16="http://schemas.microsoft.com/office/drawing/2014/main" id="{D3349508-2CBA-4F77-9A12-A3C85D41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7658100"/>
            <a:ext cx="2895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mponent-992">
            <a:extLst xmlns:a="http://schemas.openxmlformats.org/drawingml/2006/main">
              <a:ext uri="{FF2B5EF4-FFF2-40B4-BE49-F238E27FC236}">
                <a16:creationId xmlns:a16="http://schemas.microsoft.com/office/drawing/2014/main" id="{D5630E68-F060-44D1-9D3B-4A487718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7734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7B77"/>
                </a:solidFill>
                <a:latin typeface="Arial"/>
                <a:ea typeface="Arial"/>
                <a:cs typeface="Arial"/>
              </a:rPr>
              <a:t>Maximum reached</a:t>
            </a:r>
          </a:p>
        </p:txBody>
      </p:sp>
    </p:spTree>
    <p:extLst>
      <p:ext uri="{BB962C8B-B14F-4D97-AF65-F5344CB8AC3E}">
        <p14:creationId xmlns:p14="http://schemas.microsoft.com/office/powerpoint/2010/main" val="14626934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EC03AB-1F5F-4479-88F1-5BB5A71F01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2241821e94b90"/>
          <a:stretch xmlns:a="http://schemas.openxmlformats.org/drawingml/2006/main"/>
        </p:blipFill>
        <p:spPr>
          <a:xfrm xmlns:a="http://schemas.openxmlformats.org/drawingml/2006/main">
            <a:off x="457200" y="304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component-993">
            <a:extLst xmlns:a="http://schemas.openxmlformats.org/drawingml/2006/main">
              <a:ext uri="{FF2B5EF4-FFF2-40B4-BE49-F238E27FC236}">
                <a16:creationId xmlns:a16="http://schemas.microsoft.com/office/drawing/2014/main" id="{D4E29A83-C53C-4436-876E-5E2A4E84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7620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Management Tycoon</a:t>
            </a:r>
          </a:p>
        </p:txBody>
      </p:sp>
      <p:sp>
        <p:nvSpPr>
          <p:cNvPr id="3" name="component-994">
            <a:extLst xmlns:a="http://schemas.openxmlformats.org/drawingml/2006/main">
              <a:ext uri="{FF2B5EF4-FFF2-40B4-BE49-F238E27FC236}">
                <a16:creationId xmlns:a16="http://schemas.microsoft.com/office/drawing/2014/main" id="{9E3B0429-E39D-460F-AB74-C0647814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1000"/>
            <a:ext cx="1219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  <p:sp>
        <p:nvSpPr>
          <p:cNvPr id="4" name="component-995">
            <a:extLst xmlns:a="http://schemas.openxmlformats.org/drawingml/2006/main">
              <a:ext uri="{FF2B5EF4-FFF2-40B4-BE49-F238E27FC236}">
                <a16:creationId xmlns:a16="http://schemas.microsoft.com/office/drawing/2014/main" id="{161F6D4E-4E5E-4FDC-B639-23F92BAF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onent-996">
            <a:extLst xmlns:a="http://schemas.openxmlformats.org/drawingml/2006/main">
              <a:ext uri="{FF2B5EF4-FFF2-40B4-BE49-F238E27FC236}">
                <a16:creationId xmlns:a16="http://schemas.microsoft.com/office/drawing/2014/main" id="{7E1CD223-DF13-4B27-8AED-E42DF751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15 · Daily finances</a:t>
            </a:r>
          </a:p>
        </p:txBody>
      </p:sp>
      <p:sp>
        <p:nvSpPr>
          <p:cNvPr id="6" name="component-997">
            <a:extLst xmlns:a="http://schemas.openxmlformats.org/drawingml/2006/main">
              <a:ext uri="{FF2B5EF4-FFF2-40B4-BE49-F238E27FC236}">
                <a16:creationId xmlns:a16="http://schemas.microsoft.com/office/drawing/2014/main" id="{115ADADA-E992-44B9-B6D1-F9AB6FD6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11430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Design reference. Sample values are illustrative.</a:t>
            </a:r>
          </a:p>
        </p:txBody>
      </p:sp>
      <p:sp>
        <p:nvSpPr>
          <p:cNvPr id="7" name="component-998">
            <a:extLst xmlns:a="http://schemas.openxmlformats.org/drawingml/2006/main">
              <a:ext uri="{FF2B5EF4-FFF2-40B4-BE49-F238E27FC236}">
                <a16:creationId xmlns:a16="http://schemas.microsoft.com/office/drawing/2014/main" id="{ED92E6C4-A86E-4E43-A236-93CADCB9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4572000" cy="6477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" name="component-999">
            <a:extLst xmlns:a="http://schemas.openxmlformats.org/drawingml/2006/main">
              <a:ext uri="{FF2B5EF4-FFF2-40B4-BE49-F238E27FC236}">
                <a16:creationId xmlns:a16="http://schemas.microsoft.com/office/drawing/2014/main" id="{C4140A0B-8E36-4E98-AD84-A32B1AD1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Noon closing</a:t>
            </a:r>
          </a:p>
        </p:txBody>
      </p:sp>
      <p:sp>
        <p:nvSpPr>
          <p:cNvPr id="9" name="component-1000">
            <a:extLst xmlns:a="http://schemas.openxmlformats.org/drawingml/2006/main">
              <a:ext uri="{FF2B5EF4-FFF2-40B4-BE49-F238E27FC236}">
                <a16:creationId xmlns:a16="http://schemas.microsoft.com/office/drawing/2014/main" id="{5B47AF3F-E0D4-4311-A06E-171412C6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mponent-1001">
            <a:extLst xmlns:a="http://schemas.openxmlformats.org/drawingml/2006/main">
              <a:ext uri="{FF2B5EF4-FFF2-40B4-BE49-F238E27FC236}">
                <a16:creationId xmlns:a16="http://schemas.microsoft.com/office/drawing/2014/main" id="{8F14866D-9DE3-4756-AA73-508194E1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Gross revenue</a:t>
            </a:r>
          </a:p>
        </p:txBody>
      </p:sp>
      <p:sp>
        <p:nvSpPr>
          <p:cNvPr id="11" name="component-1002">
            <a:extLst xmlns:a="http://schemas.openxmlformats.org/drawingml/2006/main">
              <a:ext uri="{FF2B5EF4-FFF2-40B4-BE49-F238E27FC236}">
                <a16:creationId xmlns:a16="http://schemas.microsoft.com/office/drawing/2014/main" id="{81EA8E0F-E143-459B-98EA-BC669B35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242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$1,000</a:t>
            </a:r>
          </a:p>
        </p:txBody>
      </p:sp>
      <p:sp>
        <p:nvSpPr>
          <p:cNvPr id="12" name="component-1003">
            <a:extLst xmlns:a="http://schemas.openxmlformats.org/drawingml/2006/main">
              <a:ext uri="{FF2B5EF4-FFF2-40B4-BE49-F238E27FC236}">
                <a16:creationId xmlns:a16="http://schemas.microsoft.com/office/drawing/2014/main" id="{B40881AB-5A0D-4EE3-B6F3-DC98DEC9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mponent-1004">
            <a:extLst xmlns:a="http://schemas.openxmlformats.org/drawingml/2006/main">
              <a:ext uri="{FF2B5EF4-FFF2-40B4-BE49-F238E27FC236}">
                <a16:creationId xmlns:a16="http://schemas.microsoft.com/office/drawing/2014/main" id="{99C66571-7D46-46E8-BEA8-FC788D2A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Maintenance</a:t>
            </a:r>
          </a:p>
        </p:txBody>
      </p:sp>
      <p:sp>
        <p:nvSpPr>
          <p:cNvPr id="14" name="component-1005">
            <a:extLst xmlns:a="http://schemas.openxmlformats.org/drawingml/2006/main">
              <a:ext uri="{FF2B5EF4-FFF2-40B4-BE49-F238E27FC236}">
                <a16:creationId xmlns:a16="http://schemas.microsoft.com/office/drawing/2014/main" id="{2A96DCE0-2ED3-4F34-B172-45B5114E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7338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−$300</a:t>
            </a:r>
          </a:p>
        </p:txBody>
      </p:sp>
      <p:sp>
        <p:nvSpPr>
          <p:cNvPr id="15" name="component-1006">
            <a:extLst xmlns:a="http://schemas.openxmlformats.org/drawingml/2006/main">
              <a:ext uri="{FF2B5EF4-FFF2-40B4-BE49-F238E27FC236}">
                <a16:creationId xmlns:a16="http://schemas.microsoft.com/office/drawing/2014/main" id="{98D8CE4B-12F8-4CF6-A553-3500ECEE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mponent-1007">
            <a:extLst xmlns:a="http://schemas.openxmlformats.org/drawingml/2006/main">
              <a:ext uri="{FF2B5EF4-FFF2-40B4-BE49-F238E27FC236}">
                <a16:creationId xmlns:a16="http://schemas.microsoft.com/office/drawing/2014/main" id="{C7A0F663-0267-4A5F-815C-F6EF16BE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Tax</a:t>
            </a:r>
          </a:p>
        </p:txBody>
      </p:sp>
      <p:sp>
        <p:nvSpPr>
          <p:cNvPr id="17" name="component-1008">
            <a:extLst xmlns:a="http://schemas.openxmlformats.org/drawingml/2006/main">
              <a:ext uri="{FF2B5EF4-FFF2-40B4-BE49-F238E27FC236}">
                <a16:creationId xmlns:a16="http://schemas.microsoft.com/office/drawing/2014/main" id="{66212E99-2B2A-4345-A45F-94CAEE51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3434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−$100</a:t>
            </a:r>
          </a:p>
        </p:txBody>
      </p:sp>
      <p:sp>
        <p:nvSpPr>
          <p:cNvPr id="18" name="component-1009">
            <a:extLst xmlns:a="http://schemas.openxmlformats.org/drawingml/2006/main">
              <a:ext uri="{FF2B5EF4-FFF2-40B4-BE49-F238E27FC236}">
                <a16:creationId xmlns:a16="http://schemas.microsoft.com/office/drawing/2014/main" id="{839BE29C-D084-4969-B57B-4AE31670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mponent-1010">
            <a:extLst xmlns:a="http://schemas.openxmlformats.org/drawingml/2006/main">
              <a:ext uri="{FF2B5EF4-FFF2-40B4-BE49-F238E27FC236}">
                <a16:creationId xmlns:a16="http://schemas.microsoft.com/office/drawing/2014/main" id="{2F27FE10-F2DD-480C-B901-44573267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11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Net profit</a:t>
            </a:r>
          </a:p>
        </p:txBody>
      </p:sp>
      <p:sp>
        <p:nvSpPr>
          <p:cNvPr id="20" name="component-1011">
            <a:extLst xmlns:a="http://schemas.openxmlformats.org/drawingml/2006/main">
              <a:ext uri="{FF2B5EF4-FFF2-40B4-BE49-F238E27FC236}">
                <a16:creationId xmlns:a16="http://schemas.microsoft.com/office/drawing/2014/main" id="{97F8FE49-AF84-4DD4-BBC0-477B364E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411480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9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37563"/>
                </a:solidFill>
                <a:latin typeface="Arial"/>
                <a:ea typeface="Arial"/>
                <a:cs typeface="Arial"/>
              </a:rPr>
              <a:t>+$600</a:t>
            </a:r>
          </a:p>
        </p:txBody>
      </p:sp>
      <p:sp>
        <p:nvSpPr>
          <p:cNvPr id="21" name="component-1012">
            <a:extLst xmlns:a="http://schemas.openxmlformats.org/drawingml/2006/main">
              <a:ext uri="{FF2B5EF4-FFF2-40B4-BE49-F238E27FC236}">
                <a16:creationId xmlns:a16="http://schemas.microsoft.com/office/drawing/2014/main" id="{DB80A579-F155-49E0-AED3-7D1DD3D1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43700"/>
            <a:ext cx="411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Add net at daily closing.</a:t>
            </a:r>
          </a:p>
        </p:txBody>
      </p:sp>
      <p:sp>
        <p:nvSpPr>
          <p:cNvPr id="22" name="component-1013">
            <a:extLst xmlns:a="http://schemas.openxmlformats.org/drawingml/2006/main">
              <a:ext uri="{FF2B5EF4-FFF2-40B4-BE49-F238E27FC236}">
                <a16:creationId xmlns:a16="http://schemas.microsoft.com/office/drawing/2014/main" id="{079A5909-DFB7-4E30-AEC4-9025FA6E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58100"/>
            <a:ext cx="4114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mponent-1014">
            <a:extLst xmlns:a="http://schemas.openxmlformats.org/drawingml/2006/main">
              <a:ext uri="{FF2B5EF4-FFF2-40B4-BE49-F238E27FC236}">
                <a16:creationId xmlns:a16="http://schemas.microsoft.com/office/drawing/2014/main" id="{8F1E91B1-2087-4453-8AD3-8F0A1638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73430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24" name="component-1015">
            <a:extLst xmlns:a="http://schemas.openxmlformats.org/drawingml/2006/main">
              <a:ext uri="{FF2B5EF4-FFF2-40B4-BE49-F238E27FC236}">
                <a16:creationId xmlns:a16="http://schemas.microsoft.com/office/drawing/2014/main" id="{1BB36875-3F2A-4899-B46A-83ABCA87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4572000" cy="6477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5" name="component-1016">
            <a:extLst xmlns:a="http://schemas.openxmlformats.org/drawingml/2006/main">
              <a:ext uri="{FF2B5EF4-FFF2-40B4-BE49-F238E27FC236}">
                <a16:creationId xmlns:a16="http://schemas.microsoft.com/office/drawing/2014/main" id="{B8721E8F-0C31-4482-BD84-B77EE36A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8600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Offline return</a:t>
            </a:r>
          </a:p>
        </p:txBody>
      </p:sp>
      <p:sp>
        <p:nvSpPr>
          <p:cNvPr id="26" name="component-1017">
            <a:extLst xmlns:a="http://schemas.openxmlformats.org/drawingml/2006/main">
              <a:ext uri="{FF2B5EF4-FFF2-40B4-BE49-F238E27FC236}">
                <a16:creationId xmlns:a16="http://schemas.microsoft.com/office/drawing/2014/main" id="{F72BDC58-3EF4-44D1-A1F4-0526853D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241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omponent-1018">
            <a:extLst xmlns:a="http://schemas.openxmlformats.org/drawingml/2006/main">
              <a:ext uri="{FF2B5EF4-FFF2-40B4-BE49-F238E27FC236}">
                <a16:creationId xmlns:a16="http://schemas.microsoft.com/office/drawing/2014/main" id="{5FF24B11-6C25-4FA6-9880-47491EF3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2420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2 simulated days</a:t>
            </a:r>
          </a:p>
        </p:txBody>
      </p:sp>
      <p:sp>
        <p:nvSpPr>
          <p:cNvPr id="28" name="component-1019">
            <a:extLst xmlns:a="http://schemas.openxmlformats.org/drawingml/2006/main">
              <a:ext uri="{FF2B5EF4-FFF2-40B4-BE49-F238E27FC236}">
                <a16:creationId xmlns:a16="http://schemas.microsoft.com/office/drawing/2014/main" id="{E95C1A54-BDD0-4515-A4F5-262D4864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100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Gross revenue</a:t>
            </a:r>
          </a:p>
        </p:txBody>
      </p:sp>
      <p:sp>
        <p:nvSpPr>
          <p:cNvPr id="29" name="component-1020">
            <a:extLst xmlns:a="http://schemas.openxmlformats.org/drawingml/2006/main">
              <a:ext uri="{FF2B5EF4-FFF2-40B4-BE49-F238E27FC236}">
                <a16:creationId xmlns:a16="http://schemas.microsoft.com/office/drawing/2014/main" id="{E6C36967-9554-4E47-B31B-A48D76B3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480" y="38100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$2,000</a:t>
            </a:r>
          </a:p>
        </p:txBody>
      </p:sp>
      <p:sp>
        <p:nvSpPr>
          <p:cNvPr id="30" name="component-1021">
            <a:extLst xmlns:a="http://schemas.openxmlformats.org/drawingml/2006/main">
              <a:ext uri="{FF2B5EF4-FFF2-40B4-BE49-F238E27FC236}">
                <a16:creationId xmlns:a16="http://schemas.microsoft.com/office/drawing/2014/main" id="{55FDE4B0-4E37-4528-B6B6-5453B274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100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mponent-1022">
            <a:extLst xmlns:a="http://schemas.openxmlformats.org/drawingml/2006/main">
              <a:ext uri="{FF2B5EF4-FFF2-40B4-BE49-F238E27FC236}">
                <a16:creationId xmlns:a16="http://schemas.microsoft.com/office/drawing/2014/main" id="{E0545075-90BC-4D24-8DF4-B166BA0D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196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Maintenance</a:t>
            </a:r>
          </a:p>
        </p:txBody>
      </p:sp>
      <p:sp>
        <p:nvSpPr>
          <p:cNvPr id="32" name="component-1023">
            <a:extLst xmlns:a="http://schemas.openxmlformats.org/drawingml/2006/main">
              <a:ext uri="{FF2B5EF4-FFF2-40B4-BE49-F238E27FC236}">
                <a16:creationId xmlns:a16="http://schemas.microsoft.com/office/drawing/2014/main" id="{F10B3D18-9B1A-4454-8FDF-8A781B3E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480" y="44196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−$600</a:t>
            </a:r>
          </a:p>
        </p:txBody>
      </p:sp>
      <p:sp>
        <p:nvSpPr>
          <p:cNvPr id="33" name="component-1024">
            <a:extLst xmlns:a="http://schemas.openxmlformats.org/drawingml/2006/main">
              <a:ext uri="{FF2B5EF4-FFF2-40B4-BE49-F238E27FC236}">
                <a16:creationId xmlns:a16="http://schemas.microsoft.com/office/drawing/2014/main" id="{C6942CC5-7BE9-4526-8B03-CD92E0E1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196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omponent-1025">
            <a:extLst xmlns:a="http://schemas.openxmlformats.org/drawingml/2006/main">
              <a:ext uri="{FF2B5EF4-FFF2-40B4-BE49-F238E27FC236}">
                <a16:creationId xmlns:a16="http://schemas.microsoft.com/office/drawing/2014/main" id="{344966ED-A34B-43C2-8591-5D84AE3B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292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Tax</a:t>
            </a:r>
          </a:p>
        </p:txBody>
      </p:sp>
      <p:sp>
        <p:nvSpPr>
          <p:cNvPr id="35" name="component-1026">
            <a:extLst xmlns:a="http://schemas.openxmlformats.org/drawingml/2006/main">
              <a:ext uri="{FF2B5EF4-FFF2-40B4-BE49-F238E27FC236}">
                <a16:creationId xmlns:a16="http://schemas.microsoft.com/office/drawing/2014/main" id="{4C69FE84-5041-409F-96CB-9BC58242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480" y="50292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−$200</a:t>
            </a:r>
          </a:p>
        </p:txBody>
      </p:sp>
      <p:sp>
        <p:nvSpPr>
          <p:cNvPr id="36" name="component-1027">
            <a:extLst xmlns:a="http://schemas.openxmlformats.org/drawingml/2006/main">
              <a:ext uri="{FF2B5EF4-FFF2-40B4-BE49-F238E27FC236}">
                <a16:creationId xmlns:a16="http://schemas.microsoft.com/office/drawing/2014/main" id="{5C05B4C7-3593-4552-9F7B-2799E329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292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onent-1028">
            <a:extLst xmlns:a="http://schemas.openxmlformats.org/drawingml/2006/main">
              <a:ext uri="{FF2B5EF4-FFF2-40B4-BE49-F238E27FC236}">
                <a16:creationId xmlns:a16="http://schemas.microsoft.com/office/drawing/2014/main" id="{ABE7583C-2E6C-49A0-93F0-2D202D28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829300"/>
            <a:ext cx="411480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9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37563"/>
                </a:solidFill>
                <a:latin typeface="Arial"/>
                <a:ea typeface="Arial"/>
                <a:cs typeface="Arial"/>
              </a:rPr>
              <a:t>+$1,200</a:t>
            </a:r>
          </a:p>
        </p:txBody>
      </p:sp>
      <p:sp>
        <p:nvSpPr>
          <p:cNvPr id="38" name="component-1029">
            <a:extLst xmlns:a="http://schemas.openxmlformats.org/drawingml/2006/main">
              <a:ext uri="{FF2B5EF4-FFF2-40B4-BE49-F238E27FC236}">
                <a16:creationId xmlns:a16="http://schemas.microsoft.com/office/drawing/2014/main" id="{C08B9183-EEDA-4F31-9C4E-72148ACC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896100"/>
            <a:ext cx="411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Already added to your balance.</a:t>
            </a:r>
          </a:p>
        </p:txBody>
      </p:sp>
      <p:sp>
        <p:nvSpPr>
          <p:cNvPr id="39" name="component-1030">
            <a:extLst xmlns:a="http://schemas.openxmlformats.org/drawingml/2006/main">
              <a:ext uri="{FF2B5EF4-FFF2-40B4-BE49-F238E27FC236}">
                <a16:creationId xmlns:a16="http://schemas.microsoft.com/office/drawing/2014/main" id="{C95CD665-8E7C-4954-9516-AEC5F0C4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658100"/>
            <a:ext cx="4114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mponent-1031">
            <a:extLst xmlns:a="http://schemas.openxmlformats.org/drawingml/2006/main">
              <a:ext uri="{FF2B5EF4-FFF2-40B4-BE49-F238E27FC236}">
                <a16:creationId xmlns:a16="http://schemas.microsoft.com/office/drawing/2014/main" id="{846C6305-A1FF-4B1B-B66A-1CA09A2E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734300"/>
            <a:ext cx="3886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41" name="component-1032">
            <a:extLst xmlns:a="http://schemas.openxmlformats.org/drawingml/2006/main">
              <a:ext uri="{FF2B5EF4-FFF2-40B4-BE49-F238E27FC236}">
                <a16:creationId xmlns:a16="http://schemas.microsoft.com/office/drawing/2014/main" id="{CC178033-E5BD-4361-8B4C-407A1FE8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95500"/>
            <a:ext cx="4572000" cy="6477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2" name="component-1033">
            <a:extLst xmlns:a="http://schemas.openxmlformats.org/drawingml/2006/main">
              <a:ext uri="{FF2B5EF4-FFF2-40B4-BE49-F238E27FC236}">
                <a16:creationId xmlns:a16="http://schemas.microsoft.com/office/drawing/2014/main" id="{17807090-2DC3-4398-9C28-15D91CF4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28600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Loss and rewards</a:t>
            </a:r>
          </a:p>
        </p:txBody>
      </p:sp>
      <p:sp>
        <p:nvSpPr>
          <p:cNvPr id="43" name="component-1034">
            <a:extLst xmlns:a="http://schemas.openxmlformats.org/drawingml/2006/main">
              <a:ext uri="{FF2B5EF4-FFF2-40B4-BE49-F238E27FC236}">
                <a16:creationId xmlns:a16="http://schemas.microsoft.com/office/drawing/2014/main" id="{D77E8DF4-A759-49D1-8FC6-826CB676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241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mponent-1035">
            <a:extLst xmlns:a="http://schemas.openxmlformats.org/drawingml/2006/main">
              <a:ext uri="{FF2B5EF4-FFF2-40B4-BE49-F238E27FC236}">
                <a16:creationId xmlns:a16="http://schemas.microsoft.com/office/drawing/2014/main" id="{19BA48E9-76BC-457F-AFCD-F4973FE8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242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Gross revenue</a:t>
            </a:r>
          </a:p>
        </p:txBody>
      </p:sp>
      <p:sp>
        <p:nvSpPr>
          <p:cNvPr id="45" name="component-1036">
            <a:extLst xmlns:a="http://schemas.openxmlformats.org/drawingml/2006/main">
              <a:ext uri="{FF2B5EF4-FFF2-40B4-BE49-F238E27FC236}">
                <a16:creationId xmlns:a16="http://schemas.microsoft.com/office/drawing/2014/main" id="{CA29A93C-CE44-4589-840B-9DD61464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280" y="31242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$200</a:t>
            </a:r>
          </a:p>
        </p:txBody>
      </p:sp>
      <p:sp>
        <p:nvSpPr>
          <p:cNvPr id="46" name="component-1037">
            <a:extLst xmlns:a="http://schemas.openxmlformats.org/drawingml/2006/main">
              <a:ext uri="{FF2B5EF4-FFF2-40B4-BE49-F238E27FC236}">
                <a16:creationId xmlns:a16="http://schemas.microsoft.com/office/drawing/2014/main" id="{10DEA846-7E79-4A6F-8A12-FAE1D352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5242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mponent-1038">
            <a:extLst xmlns:a="http://schemas.openxmlformats.org/drawingml/2006/main">
              <a:ext uri="{FF2B5EF4-FFF2-40B4-BE49-F238E27FC236}">
                <a16:creationId xmlns:a16="http://schemas.microsoft.com/office/drawing/2014/main" id="{F5DCAB61-1D73-43E1-9212-E896EB60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576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Maintenance</a:t>
            </a:r>
          </a:p>
        </p:txBody>
      </p:sp>
      <p:sp>
        <p:nvSpPr>
          <p:cNvPr id="48" name="component-1039">
            <a:extLst xmlns:a="http://schemas.openxmlformats.org/drawingml/2006/main">
              <a:ext uri="{FF2B5EF4-FFF2-40B4-BE49-F238E27FC236}">
                <a16:creationId xmlns:a16="http://schemas.microsoft.com/office/drawing/2014/main" id="{C028FA43-E480-4691-8D2E-B7CA7935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280" y="36576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−$300</a:t>
            </a:r>
          </a:p>
        </p:txBody>
      </p:sp>
      <p:sp>
        <p:nvSpPr>
          <p:cNvPr id="49" name="component-1040">
            <a:extLst xmlns:a="http://schemas.openxmlformats.org/drawingml/2006/main">
              <a:ext uri="{FF2B5EF4-FFF2-40B4-BE49-F238E27FC236}">
                <a16:creationId xmlns:a16="http://schemas.microsoft.com/office/drawing/2014/main" id="{066E703D-F8B8-4ECF-9880-1665D138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0576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mponent-1041">
            <a:extLst xmlns:a="http://schemas.openxmlformats.org/drawingml/2006/main">
              <a:ext uri="{FF2B5EF4-FFF2-40B4-BE49-F238E27FC236}">
                <a16:creationId xmlns:a16="http://schemas.microsoft.com/office/drawing/2014/main" id="{49FC8EA6-4FF9-43AA-8028-4FA80C2E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0"/>
            <a:ext cx="26334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Tax</a:t>
            </a:r>
          </a:p>
        </p:txBody>
      </p:sp>
      <p:sp>
        <p:nvSpPr>
          <p:cNvPr id="51" name="component-1042">
            <a:extLst xmlns:a="http://schemas.openxmlformats.org/drawingml/2006/main">
              <a:ext uri="{FF2B5EF4-FFF2-40B4-BE49-F238E27FC236}">
                <a16:creationId xmlns:a16="http://schemas.microsoft.com/office/drawing/2014/main" id="{B2A20ADF-E689-480E-8AED-774C4AF7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8280" y="4191000"/>
            <a:ext cx="164592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−$100</a:t>
            </a:r>
          </a:p>
        </p:txBody>
      </p:sp>
      <p:sp>
        <p:nvSpPr>
          <p:cNvPr id="52" name="component-1043">
            <a:extLst xmlns:a="http://schemas.openxmlformats.org/drawingml/2006/main">
              <a:ext uri="{FF2B5EF4-FFF2-40B4-BE49-F238E27FC236}">
                <a16:creationId xmlns:a16="http://schemas.microsoft.com/office/drawing/2014/main" id="{EEA94AB7-1F39-43EF-ADD9-4750CEA1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591050"/>
            <a:ext cx="411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component-1044">
            <a:extLst xmlns:a="http://schemas.openxmlformats.org/drawingml/2006/main">
              <a:ext uri="{FF2B5EF4-FFF2-40B4-BE49-F238E27FC236}">
                <a16:creationId xmlns:a16="http://schemas.microsoft.com/office/drawing/2014/main" id="{EC66A3AD-0B6C-422A-A4DC-46CFB434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76800"/>
            <a:ext cx="411480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600" b="1">
                <a:solidFill>
                  <a:srgbClr val="B943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B943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94343"/>
                </a:solidFill>
                <a:latin typeface="Arial"/>
                <a:ea typeface="Arial"/>
                <a:cs typeface="Arial"/>
              </a:rPr>
              <a:t>−$200</a:t>
            </a:r>
          </a:p>
        </p:txBody>
      </p:sp>
      <p:sp>
        <p:nvSpPr>
          <p:cNvPr id="54" name="component-1045">
            <a:extLst xmlns:a="http://schemas.openxmlformats.org/drawingml/2006/main">
              <a:ext uri="{FF2B5EF4-FFF2-40B4-BE49-F238E27FC236}">
                <a16:creationId xmlns:a16="http://schemas.microsoft.com/office/drawing/2014/main" id="{2E08AE14-EB63-48D8-9A91-8277ACD8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53100"/>
            <a:ext cx="4114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Achievement</a:t>
            </a:r>
          </a:p>
        </p:txBody>
      </p:sp>
      <p:sp>
        <p:nvSpPr>
          <p:cNvPr id="55" name="component-1046">
            <a:extLst xmlns:a="http://schemas.openxmlformats.org/drawingml/2006/main">
              <a:ext uri="{FF2B5EF4-FFF2-40B4-BE49-F238E27FC236}">
                <a16:creationId xmlns:a16="http://schemas.microsoft.com/office/drawing/2014/main" id="{40207D31-3B59-4773-9159-B64A3813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172200"/>
            <a:ext cx="411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Earn gems through achievements.</a:t>
            </a:r>
          </a:p>
        </p:txBody>
      </p:sp>
      <p:sp>
        <p:nvSpPr>
          <p:cNvPr id="56" name="component-1047">
            <a:extLst xmlns:a="http://schemas.openxmlformats.org/drawingml/2006/main">
              <a:ext uri="{FF2B5EF4-FFF2-40B4-BE49-F238E27FC236}">
                <a16:creationId xmlns:a16="http://schemas.microsoft.com/office/drawing/2014/main" id="{576D8467-EC5C-4536-9A8C-FE8668FB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819900"/>
            <a:ext cx="4114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BE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omponent-1048">
            <a:extLst xmlns:a="http://schemas.openxmlformats.org/drawingml/2006/main">
              <a:ext uri="{FF2B5EF4-FFF2-40B4-BE49-F238E27FC236}">
                <a16:creationId xmlns:a16="http://schemas.microsoft.com/office/drawing/2014/main" id="{D487B4AA-173B-4018-BB67-473A3BB3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819900"/>
            <a:ext cx="1316736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mponent-1049">
            <a:extLst xmlns:a="http://schemas.openxmlformats.org/drawingml/2006/main">
              <a:ext uri="{FF2B5EF4-FFF2-40B4-BE49-F238E27FC236}">
                <a16:creationId xmlns:a16="http://schemas.microsoft.com/office/drawing/2014/main" id="{1F26D699-4609-4BCA-9082-BBC45825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086600"/>
            <a:ext cx="41148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320 / 1,000  —  sample progress</a:t>
            </a:r>
          </a:p>
        </p:txBody>
      </p:sp>
      <p:sp>
        <p:nvSpPr>
          <p:cNvPr id="59" name="component-1050">
            <a:extLst xmlns:a="http://schemas.openxmlformats.org/drawingml/2006/main">
              <a:ext uri="{FF2B5EF4-FFF2-40B4-BE49-F238E27FC236}">
                <a16:creationId xmlns:a16="http://schemas.microsoft.com/office/drawing/2014/main" id="{DDB35B66-53A9-4E08-85E0-FD20ED56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7886700"/>
            <a:ext cx="411480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component-1051">
            <a:extLst xmlns:a="http://schemas.openxmlformats.org/drawingml/2006/main">
              <a:ext uri="{FF2B5EF4-FFF2-40B4-BE49-F238E27FC236}">
                <a16:creationId xmlns:a16="http://schemas.microsoft.com/office/drawing/2014/main" id="{490E6EA1-2827-471A-8A2B-E834A922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924800"/>
            <a:ext cx="392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375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7563"/>
                </a:solidFill>
                <a:latin typeface="Arial"/>
                <a:ea typeface="Arial"/>
                <a:cs typeface="Arial"/>
              </a:rPr>
              <a:t>Gem decoration concept</a:t>
            </a:r>
          </a:p>
        </p:txBody>
      </p:sp>
    </p:spTree>
    <p:extLst>
      <p:ext uri="{BB962C8B-B14F-4D97-AF65-F5344CB8AC3E}">
        <p14:creationId xmlns:p14="http://schemas.microsoft.com/office/powerpoint/2010/main" val="19858431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895332C0-FFBC-431F-96D6-D1D0B8BF4F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1f4fa5ffa46d6"/>
          <a:stretch xmlns:a="http://schemas.openxmlformats.org/drawingml/2006/main"/>
        </p:blipFill>
        <p:spPr>
          <a:xfrm xmlns:a="http://schemas.openxmlformats.org/drawingml/2006/main">
            <a:off x="457200" y="3048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component-1052">
            <a:extLst xmlns:a="http://schemas.openxmlformats.org/drawingml/2006/main">
              <a:ext uri="{FF2B5EF4-FFF2-40B4-BE49-F238E27FC236}">
                <a16:creationId xmlns:a16="http://schemas.microsoft.com/office/drawing/2014/main" id="{1B115573-1247-41A5-B283-BCEB6A40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7620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Building Management Tycoon</a:t>
            </a:r>
          </a:p>
        </p:txBody>
      </p:sp>
      <p:sp>
        <p:nvSpPr>
          <p:cNvPr id="3" name="component-1053">
            <a:extLst xmlns:a="http://schemas.openxmlformats.org/drawingml/2006/main">
              <a:ext uri="{FF2B5EF4-FFF2-40B4-BE49-F238E27FC236}">
                <a16:creationId xmlns:a16="http://schemas.microsoft.com/office/drawing/2014/main" id="{BFCD2D9A-ED12-49A0-A2D8-9B5F4B40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1000"/>
            <a:ext cx="12192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  <p:sp>
        <p:nvSpPr>
          <p:cNvPr id="4" name="component-1054">
            <a:extLst xmlns:a="http://schemas.openxmlformats.org/drawingml/2006/main">
              <a:ext uri="{FF2B5EF4-FFF2-40B4-BE49-F238E27FC236}">
                <a16:creationId xmlns:a16="http://schemas.microsoft.com/office/drawing/2014/main" id="{A2C7E6A8-9404-4AEF-9C53-45359B93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432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mponent-1055">
            <a:extLst xmlns:a="http://schemas.openxmlformats.org/drawingml/2006/main">
              <a:ext uri="{FF2B5EF4-FFF2-40B4-BE49-F238E27FC236}">
                <a16:creationId xmlns:a16="http://schemas.microsoft.com/office/drawing/2014/main" id="{3A02422A-4F09-41D1-A31A-31CEEC32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16 · Portrait, landscape and web</a:t>
            </a:r>
          </a:p>
        </p:txBody>
      </p:sp>
      <p:sp>
        <p:nvSpPr>
          <p:cNvPr id="6" name="component-1056">
            <a:extLst xmlns:a="http://schemas.openxmlformats.org/drawingml/2006/main">
              <a:ext uri="{FF2B5EF4-FFF2-40B4-BE49-F238E27FC236}">
                <a16:creationId xmlns:a16="http://schemas.microsoft.com/office/drawing/2014/main" id="{22276CFF-A0B9-4424-816A-A2356D9B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029700"/>
            <a:ext cx="11430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Design reference. Sample values are illustrative.</a:t>
            </a:r>
          </a:p>
        </p:txBody>
      </p:sp>
      <p:sp>
        <p:nvSpPr>
          <p:cNvPr id="7" name="component-1057">
            <a:extLst xmlns:a="http://schemas.openxmlformats.org/drawingml/2006/main">
              <a:ext uri="{FF2B5EF4-FFF2-40B4-BE49-F238E27FC236}">
                <a16:creationId xmlns:a16="http://schemas.microsoft.com/office/drawing/2014/main" id="{90F663B7-439F-4553-9636-2775EDF2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7432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Portrait</a:t>
            </a:r>
          </a:p>
        </p:txBody>
      </p:sp>
      <p:sp>
        <p:nvSpPr>
          <p:cNvPr id="8" name="component-1058">
            <a:extLst xmlns:a="http://schemas.openxmlformats.org/drawingml/2006/main">
              <a:ext uri="{FF2B5EF4-FFF2-40B4-BE49-F238E27FC236}">
                <a16:creationId xmlns:a16="http://schemas.microsoft.com/office/drawing/2014/main" id="{5C859CB1-DF9B-4770-8DDC-BDC50F46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52578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Landscape</a:t>
            </a:r>
          </a:p>
        </p:txBody>
      </p:sp>
      <p:sp>
        <p:nvSpPr>
          <p:cNvPr id="9" name="component-1059">
            <a:extLst xmlns:a="http://schemas.openxmlformats.org/drawingml/2006/main">
              <a:ext uri="{FF2B5EF4-FFF2-40B4-BE49-F238E27FC236}">
                <a16:creationId xmlns:a16="http://schemas.microsoft.com/office/drawing/2014/main" id="{606C4F00-A109-4981-AED0-B71B753A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57150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Web / tablet</a:t>
            </a:r>
          </a:p>
        </p:txBody>
      </p:sp>
      <p:sp>
        <p:nvSpPr>
          <p:cNvPr id="10" name="component-1060">
            <a:extLst xmlns:a="http://schemas.openxmlformats.org/drawingml/2006/main">
              <a:ext uri="{FF2B5EF4-FFF2-40B4-BE49-F238E27FC236}">
                <a16:creationId xmlns:a16="http://schemas.microsoft.com/office/drawing/2014/main" id="{9EC4E92B-1F28-436F-9542-5F0B2FA3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2743200" cy="59436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1" name="component-1061">
            <a:extLst xmlns:a="http://schemas.openxmlformats.org/drawingml/2006/main">
              <a:ext uri="{FF2B5EF4-FFF2-40B4-BE49-F238E27FC236}">
                <a16:creationId xmlns:a16="http://schemas.microsoft.com/office/drawing/2014/main" id="{13D821CA-0994-46A0-9CF7-EBBC0EA3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438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Central District</a:t>
            </a:r>
          </a:p>
        </p:txBody>
      </p:sp>
      <p:sp>
        <p:nvSpPr>
          <p:cNvPr id="12" name="component-1062">
            <a:extLst xmlns:a="http://schemas.openxmlformats.org/drawingml/2006/main">
              <a:ext uri="{FF2B5EF4-FFF2-40B4-BE49-F238E27FC236}">
                <a16:creationId xmlns:a16="http://schemas.microsoft.com/office/drawing/2014/main" id="{35CA968B-25E6-41DF-8928-67CB9C44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4384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B3A"/>
                </a:solidFill>
                <a:latin typeface="Arial"/>
                <a:ea typeface="Arial"/>
                <a:cs typeface="Arial"/>
              </a:rPr>
              <a:t>$12,000     80 gems</a:t>
            </a:r>
          </a:p>
        </p:txBody>
      </p:sp>
      <p:sp>
        <p:nvSpPr>
          <p:cNvPr id="13" name="component-1063">
            <a:extLst xmlns:a="http://schemas.openxmlformats.org/drawingml/2006/main">
              <a:ext uri="{FF2B5EF4-FFF2-40B4-BE49-F238E27FC236}">
                <a16:creationId xmlns:a16="http://schemas.microsoft.com/office/drawing/2014/main" id="{5CDB7B38-80E6-40FE-9CBE-F656AAFF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4384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Day 12 / Morning</a:t>
            </a:r>
          </a:p>
        </p:txBody>
      </p:sp>
      <p:sp>
        <p:nvSpPr>
          <p:cNvPr id="14" name="component-1064">
            <a:extLst xmlns:a="http://schemas.openxmlformats.org/drawingml/2006/main">
              <a:ext uri="{FF2B5EF4-FFF2-40B4-BE49-F238E27FC236}">
                <a16:creationId xmlns:a16="http://schemas.microsoft.com/office/drawing/2014/main" id="{65831186-9ED7-4FF7-BE13-0C2EF4FE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5" name="component-1065">
            <a:extLst xmlns:a="http://schemas.openxmlformats.org/drawingml/2006/main">
              <a:ext uri="{FF2B5EF4-FFF2-40B4-BE49-F238E27FC236}">
                <a16:creationId xmlns:a16="http://schemas.microsoft.com/office/drawing/2014/main" id="{ABDC3247-E5F2-4319-8B09-07D7FBC5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6" name="component-1066">
            <a:extLst xmlns:a="http://schemas.openxmlformats.org/drawingml/2006/main">
              <a:ext uri="{FF2B5EF4-FFF2-40B4-BE49-F238E27FC236}">
                <a16:creationId xmlns:a16="http://schemas.microsoft.com/office/drawing/2014/main" id="{D680C820-2265-4D29-BC81-FADACEA0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" y="4090035"/>
            <a:ext cx="240030" cy="24003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7" name="component-1067">
            <a:extLst xmlns:a="http://schemas.openxmlformats.org/drawingml/2006/main">
              <a:ext uri="{FF2B5EF4-FFF2-40B4-BE49-F238E27FC236}">
                <a16:creationId xmlns:a16="http://schemas.microsoft.com/office/drawing/2014/main" id="{BBBB472A-A737-45F0-AE61-AD7B844F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640" y="4128440"/>
            <a:ext cx="163220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onent-1068">
            <a:extLst xmlns:a="http://schemas.openxmlformats.org/drawingml/2006/main">
              <a:ext uri="{FF2B5EF4-FFF2-40B4-BE49-F238E27FC236}">
                <a16:creationId xmlns:a16="http://schemas.microsoft.com/office/drawing/2014/main" id="{0BDF8E63-A9B9-437E-ACC9-597D16AB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38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9" name="component-1069">
            <a:extLst xmlns:a="http://schemas.openxmlformats.org/drawingml/2006/main">
              <a:ext uri="{FF2B5EF4-FFF2-40B4-BE49-F238E27FC236}">
                <a16:creationId xmlns:a16="http://schemas.microsoft.com/office/drawing/2014/main" id="{3284C473-EB94-46F3-94C0-ECA8C84A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38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0" name="component-1070">
            <a:extLst xmlns:a="http://schemas.openxmlformats.org/drawingml/2006/main">
              <a:ext uri="{FF2B5EF4-FFF2-40B4-BE49-F238E27FC236}">
                <a16:creationId xmlns:a16="http://schemas.microsoft.com/office/drawing/2014/main" id="{2780E3A6-48CF-4539-92FE-C255C58C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38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1" name="component-1071">
            <a:extLst xmlns:a="http://schemas.openxmlformats.org/drawingml/2006/main">
              <a:ext uri="{FF2B5EF4-FFF2-40B4-BE49-F238E27FC236}">
                <a16:creationId xmlns:a16="http://schemas.microsoft.com/office/drawing/2014/main" id="{75524E66-79E4-41DD-B71D-EA7B43FC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238" y="4090035"/>
            <a:ext cx="192024" cy="240030"/>
          </a:xfrm>
          <a:prstGeom xmlns:a="http://schemas.openxmlformats.org/drawingml/2006/main" prst="roundRect">
            <a:avLst>
              <a:gd name="adj" fmla="val 14881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2" name="component-1072">
            <a:extLst xmlns:a="http://schemas.openxmlformats.org/drawingml/2006/main">
              <a:ext uri="{FF2B5EF4-FFF2-40B4-BE49-F238E27FC236}">
                <a16:creationId xmlns:a16="http://schemas.microsoft.com/office/drawing/2014/main" id="{17AE5EF9-B454-4B42-8F44-B4F54C41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962" y="4128440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mponent-1073">
            <a:extLst xmlns:a="http://schemas.openxmlformats.org/drawingml/2006/main">
              <a:ext uri="{FF2B5EF4-FFF2-40B4-BE49-F238E27FC236}">
                <a16:creationId xmlns:a16="http://schemas.microsoft.com/office/drawing/2014/main" id="{103D8605-CDFA-4A2B-812B-E3F1848A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962" y="4181246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mponent-1074">
            <a:extLst xmlns:a="http://schemas.openxmlformats.org/drawingml/2006/main">
              <a:ext uri="{FF2B5EF4-FFF2-40B4-BE49-F238E27FC236}">
                <a16:creationId xmlns:a16="http://schemas.microsoft.com/office/drawing/2014/main" id="{47407E43-C7F7-41EA-82E8-05746E66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38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5" name="component-1075">
            <a:extLst xmlns:a="http://schemas.openxmlformats.org/drawingml/2006/main">
              <a:ext uri="{FF2B5EF4-FFF2-40B4-BE49-F238E27FC236}">
                <a16:creationId xmlns:a16="http://schemas.microsoft.com/office/drawing/2014/main" id="{99D6D0AC-45E2-4A95-A75D-3FE24216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6" name="component-1076">
            <a:extLst xmlns:a="http://schemas.openxmlformats.org/drawingml/2006/main">
              <a:ext uri="{FF2B5EF4-FFF2-40B4-BE49-F238E27FC236}">
                <a16:creationId xmlns:a16="http://schemas.microsoft.com/office/drawing/2014/main" id="{4137B90B-B143-40AE-8E9C-90C1BAC0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7" name="component-1077">
            <a:extLst xmlns:a="http://schemas.openxmlformats.org/drawingml/2006/main">
              <a:ext uri="{FF2B5EF4-FFF2-40B4-BE49-F238E27FC236}">
                <a16:creationId xmlns:a16="http://schemas.microsoft.com/office/drawing/2014/main" id="{E4B786E9-A758-45F4-8472-4BA0827B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" y="4522470"/>
            <a:ext cx="24003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8" name="component-1078">
            <a:extLst xmlns:a="http://schemas.openxmlformats.org/drawingml/2006/main">
              <a:ext uri="{FF2B5EF4-FFF2-40B4-BE49-F238E27FC236}">
                <a16:creationId xmlns:a16="http://schemas.microsoft.com/office/drawing/2014/main" id="{C11A2B31-3C91-40DE-ADB7-72FEA32C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640" y="4549902"/>
            <a:ext cx="163220" cy="20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mponent-1079">
            <a:extLst xmlns:a="http://schemas.openxmlformats.org/drawingml/2006/main">
              <a:ext uri="{FF2B5EF4-FFF2-40B4-BE49-F238E27FC236}">
                <a16:creationId xmlns:a16="http://schemas.microsoft.com/office/drawing/2014/main" id="{95714E6D-29DF-4D8B-9CCA-1AFB7C15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" y="4495038"/>
            <a:ext cx="24003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mponent-1080">
            <a:extLst xmlns:a="http://schemas.openxmlformats.org/drawingml/2006/main">
              <a:ext uri="{FF2B5EF4-FFF2-40B4-BE49-F238E27FC236}">
                <a16:creationId xmlns:a16="http://schemas.microsoft.com/office/drawing/2014/main" id="{6916F6AC-6EA7-40B0-B5A8-2E529B08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19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1" name="component-1081">
            <a:extLst xmlns:a="http://schemas.openxmlformats.org/drawingml/2006/main">
              <a:ext uri="{FF2B5EF4-FFF2-40B4-BE49-F238E27FC236}">
                <a16:creationId xmlns:a16="http://schemas.microsoft.com/office/drawing/2014/main" id="{B78A50E4-EE1B-4EEA-A16D-0BCD5826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19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2" name="component-1082">
            <a:extLst xmlns:a="http://schemas.openxmlformats.org/drawingml/2006/main">
              <a:ext uri="{FF2B5EF4-FFF2-40B4-BE49-F238E27FC236}">
                <a16:creationId xmlns:a16="http://schemas.microsoft.com/office/drawing/2014/main" id="{C4AE78DC-F4CC-41C7-A749-7F3A0BE4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19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3" name="component-1083">
            <a:extLst xmlns:a="http://schemas.openxmlformats.org/drawingml/2006/main">
              <a:ext uri="{FF2B5EF4-FFF2-40B4-BE49-F238E27FC236}">
                <a16:creationId xmlns:a16="http://schemas.microsoft.com/office/drawing/2014/main" id="{31A70F71-7CA9-4D92-A199-E90F0181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238" y="4471035"/>
            <a:ext cx="192024" cy="240030"/>
          </a:xfrm>
          <a:prstGeom xmlns:a="http://schemas.openxmlformats.org/drawingml/2006/main" prst="roundRect">
            <a:avLst>
              <a:gd name="adj" fmla="val 14881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34" name="component-1084">
            <a:extLst xmlns:a="http://schemas.openxmlformats.org/drawingml/2006/main">
              <a:ext uri="{FF2B5EF4-FFF2-40B4-BE49-F238E27FC236}">
                <a16:creationId xmlns:a16="http://schemas.microsoft.com/office/drawing/2014/main" id="{738F6C08-43B2-49D4-964B-AADACB05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962" y="4509440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omponent-1085">
            <a:extLst xmlns:a="http://schemas.openxmlformats.org/drawingml/2006/main">
              <a:ext uri="{FF2B5EF4-FFF2-40B4-BE49-F238E27FC236}">
                <a16:creationId xmlns:a16="http://schemas.microsoft.com/office/drawing/2014/main" id="{73818B05-177C-49BD-BA49-43788E8F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962" y="4562246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mponent-1086">
            <a:extLst xmlns:a="http://schemas.openxmlformats.org/drawingml/2006/main">
              <a:ext uri="{FF2B5EF4-FFF2-40B4-BE49-F238E27FC236}">
                <a16:creationId xmlns:a16="http://schemas.microsoft.com/office/drawing/2014/main" id="{2A7F2CA0-750C-4DEA-92AD-C2F535F5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962" y="4615053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onent-1087">
            <a:extLst xmlns:a="http://schemas.openxmlformats.org/drawingml/2006/main">
              <a:ext uri="{FF2B5EF4-FFF2-40B4-BE49-F238E27FC236}">
                <a16:creationId xmlns:a16="http://schemas.microsoft.com/office/drawing/2014/main" id="{76EFF12C-7E7E-4793-92C7-A0FA3EC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19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8" name="component-1088">
            <a:extLst xmlns:a="http://schemas.openxmlformats.org/drawingml/2006/main">
              <a:ext uri="{FF2B5EF4-FFF2-40B4-BE49-F238E27FC236}">
                <a16:creationId xmlns:a16="http://schemas.microsoft.com/office/drawing/2014/main" id="{47A576AF-E4F2-4633-A5D6-6A083364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39" name="component-1089">
            <a:extLst xmlns:a="http://schemas.openxmlformats.org/drawingml/2006/main">
              <a:ext uri="{FF2B5EF4-FFF2-40B4-BE49-F238E27FC236}">
                <a16:creationId xmlns:a16="http://schemas.microsoft.com/office/drawing/2014/main" id="{A0645717-E802-467C-A6B2-DC4111DF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38" y="4852035"/>
            <a:ext cx="192024" cy="240030"/>
          </a:xfrm>
          <a:prstGeom xmlns:a="http://schemas.openxmlformats.org/drawingml/2006/main" prst="roundRect">
            <a:avLst>
              <a:gd name="adj" fmla="val 14881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40" name="component-1090">
            <a:extLst xmlns:a="http://schemas.openxmlformats.org/drawingml/2006/main">
              <a:ext uri="{FF2B5EF4-FFF2-40B4-BE49-F238E27FC236}">
                <a16:creationId xmlns:a16="http://schemas.microsoft.com/office/drawing/2014/main" id="{2D1E4219-F9DE-4C7A-8119-C157202E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62" y="4890440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omponent-1091">
            <a:extLst xmlns:a="http://schemas.openxmlformats.org/drawingml/2006/main">
              <a:ext uri="{FF2B5EF4-FFF2-40B4-BE49-F238E27FC236}">
                <a16:creationId xmlns:a16="http://schemas.microsoft.com/office/drawing/2014/main" id="{6D3490E6-389C-4040-92EB-917017B7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62" y="4943246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mponent-1092">
            <a:extLst xmlns:a="http://schemas.openxmlformats.org/drawingml/2006/main">
              <a:ext uri="{FF2B5EF4-FFF2-40B4-BE49-F238E27FC236}">
                <a16:creationId xmlns:a16="http://schemas.microsoft.com/office/drawing/2014/main" id="{D209C983-232A-4C67-B4CF-C2CCD5C7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3" name="component-1093">
            <a:extLst xmlns:a="http://schemas.openxmlformats.org/drawingml/2006/main">
              <a:ext uri="{FF2B5EF4-FFF2-40B4-BE49-F238E27FC236}">
                <a16:creationId xmlns:a16="http://schemas.microsoft.com/office/drawing/2014/main" id="{AB29535B-A6B4-485C-AFE9-B08F1651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00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237563"/>
            </a:solidFill>
            <a:prstDash val="solid"/>
          </a:ln>
        </p:spPr>
      </p:sp>
      <p:sp>
        <p:nvSpPr>
          <p:cNvPr id="44" name="component-1094">
            <a:extLst xmlns:a="http://schemas.openxmlformats.org/drawingml/2006/main">
              <a:ext uri="{FF2B5EF4-FFF2-40B4-BE49-F238E27FC236}">
                <a16:creationId xmlns:a16="http://schemas.microsoft.com/office/drawing/2014/main" id="{B2744652-0F61-455C-8B83-94851F20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238" y="4852035"/>
            <a:ext cx="192024" cy="240030"/>
          </a:xfrm>
          <a:prstGeom xmlns:a="http://schemas.openxmlformats.org/drawingml/2006/main" prst="roundRect">
            <a:avLst>
              <a:gd name="adj" fmla="val 14881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45" name="component-1095">
            <a:extLst xmlns:a="http://schemas.openxmlformats.org/drawingml/2006/main">
              <a:ext uri="{FF2B5EF4-FFF2-40B4-BE49-F238E27FC236}">
                <a16:creationId xmlns:a16="http://schemas.microsoft.com/office/drawing/2014/main" id="{02CD8497-95C3-4AD4-8865-B2FA5BBA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962" y="4890440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omponent-1096">
            <a:extLst xmlns:a="http://schemas.openxmlformats.org/drawingml/2006/main">
              <a:ext uri="{FF2B5EF4-FFF2-40B4-BE49-F238E27FC236}">
                <a16:creationId xmlns:a16="http://schemas.microsoft.com/office/drawing/2014/main" id="{59F2762E-D04A-44CF-9432-FCB3A365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962" y="4943246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mponent-1097">
            <a:extLst xmlns:a="http://schemas.openxmlformats.org/drawingml/2006/main">
              <a:ext uri="{FF2B5EF4-FFF2-40B4-BE49-F238E27FC236}">
                <a16:creationId xmlns:a16="http://schemas.microsoft.com/office/drawing/2014/main" id="{A41F492B-7B2C-4589-BE1C-59DD5347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962" y="4996053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omponent-1098">
            <a:extLst xmlns:a="http://schemas.openxmlformats.org/drawingml/2006/main">
              <a:ext uri="{FF2B5EF4-FFF2-40B4-BE49-F238E27FC236}">
                <a16:creationId xmlns:a16="http://schemas.microsoft.com/office/drawing/2014/main" id="{18FF838E-72BC-47F3-9F39-9D708D49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00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49" name="component-1099">
            <a:extLst xmlns:a="http://schemas.openxmlformats.org/drawingml/2006/main">
              <a:ext uri="{FF2B5EF4-FFF2-40B4-BE49-F238E27FC236}">
                <a16:creationId xmlns:a16="http://schemas.microsoft.com/office/drawing/2014/main" id="{4CEA12B5-C565-4E9D-A044-C91CE1FD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235" y="4852035"/>
            <a:ext cx="240030" cy="24003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50" name="component-1100">
            <a:extLst xmlns:a="http://schemas.openxmlformats.org/drawingml/2006/main">
              <a:ext uri="{FF2B5EF4-FFF2-40B4-BE49-F238E27FC236}">
                <a16:creationId xmlns:a16="http://schemas.microsoft.com/office/drawing/2014/main" id="{35E850E2-2D8C-41C7-BDB7-F0389E43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640" y="4890440"/>
            <a:ext cx="163220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omponent-1101">
            <a:extLst xmlns:a="http://schemas.openxmlformats.org/drawingml/2006/main">
              <a:ext uri="{FF2B5EF4-FFF2-40B4-BE49-F238E27FC236}">
                <a16:creationId xmlns:a16="http://schemas.microsoft.com/office/drawing/2014/main" id="{03D63622-EE57-47C9-AE66-268F0A9B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00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52" name="component-1102">
            <a:extLst xmlns:a="http://schemas.openxmlformats.org/drawingml/2006/main">
              <a:ext uri="{FF2B5EF4-FFF2-40B4-BE49-F238E27FC236}">
                <a16:creationId xmlns:a16="http://schemas.microsoft.com/office/drawing/2014/main" id="{8537EDCD-CFC5-4008-9E6E-69DE991B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00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53" name="component-1103">
            <a:extLst xmlns:a="http://schemas.openxmlformats.org/drawingml/2006/main">
              <a:ext uri="{FF2B5EF4-FFF2-40B4-BE49-F238E27FC236}">
                <a16:creationId xmlns:a16="http://schemas.microsoft.com/office/drawing/2014/main" id="{9DD04EC6-490C-4DCF-8BE8-C9A8BD25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235" y="4903470"/>
            <a:ext cx="24003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54" name="component-1104">
            <a:extLst xmlns:a="http://schemas.openxmlformats.org/drawingml/2006/main">
              <a:ext uri="{FF2B5EF4-FFF2-40B4-BE49-F238E27FC236}">
                <a16:creationId xmlns:a16="http://schemas.microsoft.com/office/drawing/2014/main" id="{C00F2B61-B445-4625-9346-44EE4BEC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640" y="4930902"/>
            <a:ext cx="163220" cy="20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omponent-1105">
            <a:extLst xmlns:a="http://schemas.openxmlformats.org/drawingml/2006/main">
              <a:ext uri="{FF2B5EF4-FFF2-40B4-BE49-F238E27FC236}">
                <a16:creationId xmlns:a16="http://schemas.microsoft.com/office/drawing/2014/main" id="{26B949F8-9575-4AD4-9E26-E8B77B1C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235" y="4876038"/>
            <a:ext cx="24003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omponent-1106">
            <a:extLst xmlns:a="http://schemas.openxmlformats.org/drawingml/2006/main">
              <a:ext uri="{FF2B5EF4-FFF2-40B4-BE49-F238E27FC236}">
                <a16:creationId xmlns:a16="http://schemas.microsoft.com/office/drawing/2014/main" id="{C8C40246-AA81-4EE4-B5CA-E5AF4AE1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57" name="component-1107">
            <a:extLst xmlns:a="http://schemas.openxmlformats.org/drawingml/2006/main">
              <a:ext uri="{FF2B5EF4-FFF2-40B4-BE49-F238E27FC236}">
                <a16:creationId xmlns:a16="http://schemas.microsoft.com/office/drawing/2014/main" id="{88353061-B3FD-454C-9ECC-3759C608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58" name="component-1108">
            <a:extLst xmlns:a="http://schemas.openxmlformats.org/drawingml/2006/main">
              <a:ext uri="{FF2B5EF4-FFF2-40B4-BE49-F238E27FC236}">
                <a16:creationId xmlns:a16="http://schemas.microsoft.com/office/drawing/2014/main" id="{1134E799-4D96-4FA3-832C-97AAFAC8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" y="5233035"/>
            <a:ext cx="240030" cy="24003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59" name="component-1109">
            <a:extLst xmlns:a="http://schemas.openxmlformats.org/drawingml/2006/main">
              <a:ext uri="{FF2B5EF4-FFF2-40B4-BE49-F238E27FC236}">
                <a16:creationId xmlns:a16="http://schemas.microsoft.com/office/drawing/2014/main" id="{AD513598-868C-4ABE-BE0B-99B89B8B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640" y="5271440"/>
            <a:ext cx="163220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component-1110">
            <a:extLst xmlns:a="http://schemas.openxmlformats.org/drawingml/2006/main">
              <a:ext uri="{FF2B5EF4-FFF2-40B4-BE49-F238E27FC236}">
                <a16:creationId xmlns:a16="http://schemas.microsoft.com/office/drawing/2014/main" id="{ECD29987-45CA-4A03-AECA-FE30105F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81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61" name="component-1111">
            <a:extLst xmlns:a="http://schemas.openxmlformats.org/drawingml/2006/main">
              <a:ext uri="{FF2B5EF4-FFF2-40B4-BE49-F238E27FC236}">
                <a16:creationId xmlns:a16="http://schemas.microsoft.com/office/drawing/2014/main" id="{7EBDD208-892C-49F2-829F-29EAABC2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81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62" name="component-1112">
            <a:extLst xmlns:a="http://schemas.openxmlformats.org/drawingml/2006/main">
              <a:ext uri="{FF2B5EF4-FFF2-40B4-BE49-F238E27FC236}">
                <a16:creationId xmlns:a16="http://schemas.microsoft.com/office/drawing/2014/main" id="{34ED27D5-2FFE-485C-A291-09EE8BD6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81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63" name="component-1113">
            <a:extLst xmlns:a="http://schemas.openxmlformats.org/drawingml/2006/main">
              <a:ext uri="{FF2B5EF4-FFF2-40B4-BE49-F238E27FC236}">
                <a16:creationId xmlns:a16="http://schemas.microsoft.com/office/drawing/2014/main" id="{729B32F6-8188-4E3A-96D1-05AE9956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238" y="5233035"/>
            <a:ext cx="192024" cy="240030"/>
          </a:xfrm>
          <a:prstGeom xmlns:a="http://schemas.openxmlformats.org/drawingml/2006/main" prst="roundRect">
            <a:avLst>
              <a:gd name="adj" fmla="val 14881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64" name="component-1114">
            <a:extLst xmlns:a="http://schemas.openxmlformats.org/drawingml/2006/main">
              <a:ext uri="{FF2B5EF4-FFF2-40B4-BE49-F238E27FC236}">
                <a16:creationId xmlns:a16="http://schemas.microsoft.com/office/drawing/2014/main" id="{CF9ABB38-9C59-4811-A739-15F157C8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962" y="5271440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component-1115">
            <a:extLst xmlns:a="http://schemas.openxmlformats.org/drawingml/2006/main">
              <a:ext uri="{FF2B5EF4-FFF2-40B4-BE49-F238E27FC236}">
                <a16:creationId xmlns:a16="http://schemas.microsoft.com/office/drawing/2014/main" id="{E34B98BF-942B-4421-802C-A4EEC0BC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962" y="5324246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component-1116">
            <a:extLst xmlns:a="http://schemas.openxmlformats.org/drawingml/2006/main">
              <a:ext uri="{FF2B5EF4-FFF2-40B4-BE49-F238E27FC236}">
                <a16:creationId xmlns:a16="http://schemas.microsoft.com/office/drawing/2014/main" id="{A48D5F4C-F79F-4F8A-9A42-F5DC6302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81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67" name="component-1117">
            <a:extLst xmlns:a="http://schemas.openxmlformats.org/drawingml/2006/main">
              <a:ext uri="{FF2B5EF4-FFF2-40B4-BE49-F238E27FC236}">
                <a16:creationId xmlns:a16="http://schemas.microsoft.com/office/drawing/2014/main" id="{00D2B1EA-9DB9-40A1-8D54-F1217453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68" name="component-1118">
            <a:extLst xmlns:a="http://schemas.openxmlformats.org/drawingml/2006/main">
              <a:ext uri="{FF2B5EF4-FFF2-40B4-BE49-F238E27FC236}">
                <a16:creationId xmlns:a16="http://schemas.microsoft.com/office/drawing/2014/main" id="{DCC06878-57F7-4677-B3B1-1319CB65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69" name="component-1119">
            <a:extLst xmlns:a="http://schemas.openxmlformats.org/drawingml/2006/main">
              <a:ext uri="{FF2B5EF4-FFF2-40B4-BE49-F238E27FC236}">
                <a16:creationId xmlns:a16="http://schemas.microsoft.com/office/drawing/2014/main" id="{13F88EFC-81C7-4CB9-9BFA-C82B7370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" y="5665470"/>
            <a:ext cx="24003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70" name="component-1120">
            <a:extLst xmlns:a="http://schemas.openxmlformats.org/drawingml/2006/main">
              <a:ext uri="{FF2B5EF4-FFF2-40B4-BE49-F238E27FC236}">
                <a16:creationId xmlns:a16="http://schemas.microsoft.com/office/drawing/2014/main" id="{415F7459-CE67-40A1-B8D3-7C78D423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640" y="5692902"/>
            <a:ext cx="163220" cy="20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component-1121">
            <a:extLst xmlns:a="http://schemas.openxmlformats.org/drawingml/2006/main">
              <a:ext uri="{FF2B5EF4-FFF2-40B4-BE49-F238E27FC236}">
                <a16:creationId xmlns:a16="http://schemas.microsoft.com/office/drawing/2014/main" id="{389AA0DD-D119-42B1-9DE5-90A7D8C7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" y="5638038"/>
            <a:ext cx="24003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component-1122">
            <a:extLst xmlns:a="http://schemas.openxmlformats.org/drawingml/2006/main">
              <a:ext uri="{FF2B5EF4-FFF2-40B4-BE49-F238E27FC236}">
                <a16:creationId xmlns:a16="http://schemas.microsoft.com/office/drawing/2014/main" id="{E752EFAB-238C-460B-BEC3-1D0D730C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62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73" name="component-1123">
            <a:extLst xmlns:a="http://schemas.openxmlformats.org/drawingml/2006/main">
              <a:ext uri="{FF2B5EF4-FFF2-40B4-BE49-F238E27FC236}">
                <a16:creationId xmlns:a16="http://schemas.microsoft.com/office/drawing/2014/main" id="{B8B69229-CA12-4A24-844D-6D3A8074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62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74" name="component-1124">
            <a:extLst xmlns:a="http://schemas.openxmlformats.org/drawingml/2006/main">
              <a:ext uri="{FF2B5EF4-FFF2-40B4-BE49-F238E27FC236}">
                <a16:creationId xmlns:a16="http://schemas.microsoft.com/office/drawing/2014/main" id="{98EB1037-749A-4B60-A4BA-1287A444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62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75" name="component-1125">
            <a:extLst xmlns:a="http://schemas.openxmlformats.org/drawingml/2006/main">
              <a:ext uri="{FF2B5EF4-FFF2-40B4-BE49-F238E27FC236}">
                <a16:creationId xmlns:a16="http://schemas.microsoft.com/office/drawing/2014/main" id="{70EBABF9-81C0-4C3F-9221-55BB8A99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238" y="5614035"/>
            <a:ext cx="192024" cy="240030"/>
          </a:xfrm>
          <a:prstGeom xmlns:a="http://schemas.openxmlformats.org/drawingml/2006/main" prst="roundRect">
            <a:avLst>
              <a:gd name="adj" fmla="val 14881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76" name="component-1126">
            <a:extLst xmlns:a="http://schemas.openxmlformats.org/drawingml/2006/main">
              <a:ext uri="{FF2B5EF4-FFF2-40B4-BE49-F238E27FC236}">
                <a16:creationId xmlns:a16="http://schemas.microsoft.com/office/drawing/2014/main" id="{F8E5AE0D-32A4-48FF-8BE0-140E07E2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962" y="5652440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component-1127">
            <a:extLst xmlns:a="http://schemas.openxmlformats.org/drawingml/2006/main">
              <a:ext uri="{FF2B5EF4-FFF2-40B4-BE49-F238E27FC236}">
                <a16:creationId xmlns:a16="http://schemas.microsoft.com/office/drawing/2014/main" id="{2C6AC247-AAAE-436F-B646-D3097FEE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962" y="5705246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component-1128">
            <a:extLst xmlns:a="http://schemas.openxmlformats.org/drawingml/2006/main">
              <a:ext uri="{FF2B5EF4-FFF2-40B4-BE49-F238E27FC236}">
                <a16:creationId xmlns:a16="http://schemas.microsoft.com/office/drawing/2014/main" id="{22B97EA4-90FD-4F2F-8A18-6D9FDA78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962" y="5758053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component-1129">
            <a:extLst xmlns:a="http://schemas.openxmlformats.org/drawingml/2006/main">
              <a:ext uri="{FF2B5EF4-FFF2-40B4-BE49-F238E27FC236}">
                <a16:creationId xmlns:a16="http://schemas.microsoft.com/office/drawing/2014/main" id="{2A7A70C8-599F-456E-ADB5-0AB5D1B8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562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0" name="component-1130">
            <a:extLst xmlns:a="http://schemas.openxmlformats.org/drawingml/2006/main">
              <a:ext uri="{FF2B5EF4-FFF2-40B4-BE49-F238E27FC236}">
                <a16:creationId xmlns:a16="http://schemas.microsoft.com/office/drawing/2014/main" id="{25A9FBDB-38CF-4E73-B1A7-671F158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1" name="component-1131">
            <a:extLst xmlns:a="http://schemas.openxmlformats.org/drawingml/2006/main">
              <a:ext uri="{FF2B5EF4-FFF2-40B4-BE49-F238E27FC236}">
                <a16:creationId xmlns:a16="http://schemas.microsoft.com/office/drawing/2014/main" id="{092C8B96-6EB7-4AD9-9221-3CC0CF96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38" y="5995035"/>
            <a:ext cx="192024" cy="240030"/>
          </a:xfrm>
          <a:prstGeom xmlns:a="http://schemas.openxmlformats.org/drawingml/2006/main" prst="roundRect">
            <a:avLst>
              <a:gd name="adj" fmla="val 14881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82" name="component-1132">
            <a:extLst xmlns:a="http://schemas.openxmlformats.org/drawingml/2006/main">
              <a:ext uri="{FF2B5EF4-FFF2-40B4-BE49-F238E27FC236}">
                <a16:creationId xmlns:a16="http://schemas.microsoft.com/office/drawing/2014/main" id="{8FAD43C6-C40F-4BBA-A99E-D4B34B9F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62" y="6033440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component-1133">
            <a:extLst xmlns:a="http://schemas.openxmlformats.org/drawingml/2006/main">
              <a:ext uri="{FF2B5EF4-FFF2-40B4-BE49-F238E27FC236}">
                <a16:creationId xmlns:a16="http://schemas.microsoft.com/office/drawing/2014/main" id="{F6E9A075-0FE9-4133-A9DA-F2765A7D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62" y="6086246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component-1134">
            <a:extLst xmlns:a="http://schemas.openxmlformats.org/drawingml/2006/main">
              <a:ext uri="{FF2B5EF4-FFF2-40B4-BE49-F238E27FC236}">
                <a16:creationId xmlns:a16="http://schemas.microsoft.com/office/drawing/2014/main" id="{9D68078E-73B7-4BAF-8BD3-D1F8CD02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43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5" name="component-1135">
            <a:extLst xmlns:a="http://schemas.openxmlformats.org/drawingml/2006/main">
              <a:ext uri="{FF2B5EF4-FFF2-40B4-BE49-F238E27FC236}">
                <a16:creationId xmlns:a16="http://schemas.microsoft.com/office/drawing/2014/main" id="{A5D9BD09-06BB-481B-9756-6369CE46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43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86" name="component-1136">
            <a:extLst xmlns:a="http://schemas.openxmlformats.org/drawingml/2006/main">
              <a:ext uri="{FF2B5EF4-FFF2-40B4-BE49-F238E27FC236}">
                <a16:creationId xmlns:a16="http://schemas.microsoft.com/office/drawing/2014/main" id="{0D56FD42-DEB8-48C2-9D70-C9C7AE1F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238" y="5995035"/>
            <a:ext cx="192024" cy="240030"/>
          </a:xfrm>
          <a:prstGeom xmlns:a="http://schemas.openxmlformats.org/drawingml/2006/main" prst="roundRect">
            <a:avLst>
              <a:gd name="adj" fmla="val 14881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87" name="component-1137">
            <a:extLst xmlns:a="http://schemas.openxmlformats.org/drawingml/2006/main">
              <a:ext uri="{FF2B5EF4-FFF2-40B4-BE49-F238E27FC236}">
                <a16:creationId xmlns:a16="http://schemas.microsoft.com/office/drawing/2014/main" id="{A8C3DEAB-ACA3-4AB9-A58F-B78D7B77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962" y="6033440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component-1138">
            <a:extLst xmlns:a="http://schemas.openxmlformats.org/drawingml/2006/main">
              <a:ext uri="{FF2B5EF4-FFF2-40B4-BE49-F238E27FC236}">
                <a16:creationId xmlns:a16="http://schemas.microsoft.com/office/drawing/2014/main" id="{C28F09B8-BF2C-42B7-A9AD-EB7257CC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962" y="6086246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component-1139">
            <a:extLst xmlns:a="http://schemas.openxmlformats.org/drawingml/2006/main">
              <a:ext uri="{FF2B5EF4-FFF2-40B4-BE49-F238E27FC236}">
                <a16:creationId xmlns:a16="http://schemas.microsoft.com/office/drawing/2014/main" id="{7FA4A81A-1B2E-4EA0-9C0C-3B7A0B78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962" y="6139053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component-1140">
            <a:extLst xmlns:a="http://schemas.openxmlformats.org/drawingml/2006/main">
              <a:ext uri="{FF2B5EF4-FFF2-40B4-BE49-F238E27FC236}">
                <a16:creationId xmlns:a16="http://schemas.microsoft.com/office/drawing/2014/main" id="{81804FAB-DB9D-48E5-BCD6-9D16EFD5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943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91" name="component-1141">
            <a:extLst xmlns:a="http://schemas.openxmlformats.org/drawingml/2006/main">
              <a:ext uri="{FF2B5EF4-FFF2-40B4-BE49-F238E27FC236}">
                <a16:creationId xmlns:a16="http://schemas.microsoft.com/office/drawing/2014/main" id="{55F8A387-82BB-4BD7-9358-921E2DE5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235" y="5995035"/>
            <a:ext cx="240030" cy="24003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92" name="component-1142">
            <a:extLst xmlns:a="http://schemas.openxmlformats.org/drawingml/2006/main">
              <a:ext uri="{FF2B5EF4-FFF2-40B4-BE49-F238E27FC236}">
                <a16:creationId xmlns:a16="http://schemas.microsoft.com/office/drawing/2014/main" id="{76F32228-8A64-4C10-91F2-ADB3BC2D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8640" y="6033440"/>
            <a:ext cx="163220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component-1143">
            <a:extLst xmlns:a="http://schemas.openxmlformats.org/drawingml/2006/main">
              <a:ext uri="{FF2B5EF4-FFF2-40B4-BE49-F238E27FC236}">
                <a16:creationId xmlns:a16="http://schemas.microsoft.com/office/drawing/2014/main" id="{9A9E8274-975E-45B6-90CA-11A843F0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943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94" name="component-1144">
            <a:extLst xmlns:a="http://schemas.openxmlformats.org/drawingml/2006/main">
              <a:ext uri="{FF2B5EF4-FFF2-40B4-BE49-F238E27FC236}">
                <a16:creationId xmlns:a16="http://schemas.microsoft.com/office/drawing/2014/main" id="{975A87B9-14D2-4355-9319-D95488B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943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95" name="component-1145">
            <a:extLst xmlns:a="http://schemas.openxmlformats.org/drawingml/2006/main">
              <a:ext uri="{FF2B5EF4-FFF2-40B4-BE49-F238E27FC236}">
                <a16:creationId xmlns:a16="http://schemas.microsoft.com/office/drawing/2014/main" id="{A2B07801-51C9-474F-9DF3-141DC9BE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235" y="6046470"/>
            <a:ext cx="24003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96" name="component-1146">
            <a:extLst xmlns:a="http://schemas.openxmlformats.org/drawingml/2006/main">
              <a:ext uri="{FF2B5EF4-FFF2-40B4-BE49-F238E27FC236}">
                <a16:creationId xmlns:a16="http://schemas.microsoft.com/office/drawing/2014/main" id="{80DB8CB1-A739-4BE4-9C7E-A78AE040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640" y="6073902"/>
            <a:ext cx="163220" cy="20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component-1147">
            <a:extLst xmlns:a="http://schemas.openxmlformats.org/drawingml/2006/main">
              <a:ext uri="{FF2B5EF4-FFF2-40B4-BE49-F238E27FC236}">
                <a16:creationId xmlns:a16="http://schemas.microsoft.com/office/drawing/2014/main" id="{4DA2D2AF-466D-4739-A316-4DFB049C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235" y="6019038"/>
            <a:ext cx="24003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component-1148">
            <a:extLst xmlns:a="http://schemas.openxmlformats.org/drawingml/2006/main">
              <a:ext uri="{FF2B5EF4-FFF2-40B4-BE49-F238E27FC236}">
                <a16:creationId xmlns:a16="http://schemas.microsoft.com/office/drawing/2014/main" id="{1AB33406-746B-47F0-8F62-18E5D180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99" name="component-1149">
            <a:extLst xmlns:a="http://schemas.openxmlformats.org/drawingml/2006/main">
              <a:ext uri="{FF2B5EF4-FFF2-40B4-BE49-F238E27FC236}">
                <a16:creationId xmlns:a16="http://schemas.microsoft.com/office/drawing/2014/main" id="{36AB01D4-47F1-46B1-BF6B-37048984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24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00" name="component-1150">
            <a:extLst xmlns:a="http://schemas.openxmlformats.org/drawingml/2006/main">
              <a:ext uri="{FF2B5EF4-FFF2-40B4-BE49-F238E27FC236}">
                <a16:creationId xmlns:a16="http://schemas.microsoft.com/office/drawing/2014/main" id="{FC9052A2-3FAC-443B-B729-DE34A211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" y="6376035"/>
            <a:ext cx="240030" cy="24003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01" name="component-1151">
            <a:extLst xmlns:a="http://schemas.openxmlformats.org/drawingml/2006/main">
              <a:ext uri="{FF2B5EF4-FFF2-40B4-BE49-F238E27FC236}">
                <a16:creationId xmlns:a16="http://schemas.microsoft.com/office/drawing/2014/main" id="{1CA4E1E9-B5DE-45E3-BD45-2E0E77F6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640" y="6414440"/>
            <a:ext cx="163220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component-1152">
            <a:extLst xmlns:a="http://schemas.openxmlformats.org/drawingml/2006/main">
              <a:ext uri="{FF2B5EF4-FFF2-40B4-BE49-F238E27FC236}">
                <a16:creationId xmlns:a16="http://schemas.microsoft.com/office/drawing/2014/main" id="{3B3940F1-6992-4BA3-B7F5-2CACB9A9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324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03" name="component-1153">
            <a:extLst xmlns:a="http://schemas.openxmlformats.org/drawingml/2006/main">
              <a:ext uri="{FF2B5EF4-FFF2-40B4-BE49-F238E27FC236}">
                <a16:creationId xmlns:a16="http://schemas.microsoft.com/office/drawing/2014/main" id="{1DC640CD-DB73-43FF-B7C4-E37AB7D1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324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04" name="component-1154">
            <a:extLst xmlns:a="http://schemas.openxmlformats.org/drawingml/2006/main">
              <a:ext uri="{FF2B5EF4-FFF2-40B4-BE49-F238E27FC236}">
                <a16:creationId xmlns:a16="http://schemas.microsoft.com/office/drawing/2014/main" id="{1C39C9F6-42E0-4D9B-BB0B-326DCE80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324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05" name="component-1155">
            <a:extLst xmlns:a="http://schemas.openxmlformats.org/drawingml/2006/main">
              <a:ext uri="{FF2B5EF4-FFF2-40B4-BE49-F238E27FC236}">
                <a16:creationId xmlns:a16="http://schemas.microsoft.com/office/drawing/2014/main" id="{61504281-9E92-4D49-9AB4-2151E5DC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238" y="6376035"/>
            <a:ext cx="192024" cy="240030"/>
          </a:xfrm>
          <a:prstGeom xmlns:a="http://schemas.openxmlformats.org/drawingml/2006/main" prst="roundRect">
            <a:avLst>
              <a:gd name="adj" fmla="val 14881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06" name="component-1156">
            <a:extLst xmlns:a="http://schemas.openxmlformats.org/drawingml/2006/main">
              <a:ext uri="{FF2B5EF4-FFF2-40B4-BE49-F238E27FC236}">
                <a16:creationId xmlns:a16="http://schemas.microsoft.com/office/drawing/2014/main" id="{3CF9BFA0-11C8-4A59-9022-1E2AA1E4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962" y="6414440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component-1157">
            <a:extLst xmlns:a="http://schemas.openxmlformats.org/drawingml/2006/main">
              <a:ext uri="{FF2B5EF4-FFF2-40B4-BE49-F238E27FC236}">
                <a16:creationId xmlns:a16="http://schemas.microsoft.com/office/drawing/2014/main" id="{B488A94B-CFC6-4388-AC3F-FC83993D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962" y="6467246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component-1158">
            <a:extLst xmlns:a="http://schemas.openxmlformats.org/drawingml/2006/main">
              <a:ext uri="{FF2B5EF4-FFF2-40B4-BE49-F238E27FC236}">
                <a16:creationId xmlns:a16="http://schemas.microsoft.com/office/drawing/2014/main" id="{3A196F53-D445-4471-BE85-365C336C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324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09" name="component-1159">
            <a:extLst xmlns:a="http://schemas.openxmlformats.org/drawingml/2006/main">
              <a:ext uri="{FF2B5EF4-FFF2-40B4-BE49-F238E27FC236}">
                <a16:creationId xmlns:a16="http://schemas.microsoft.com/office/drawing/2014/main" id="{D61FE1AE-6939-4B57-B9D7-F3E75503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05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10" name="component-1160">
            <a:extLst xmlns:a="http://schemas.openxmlformats.org/drawingml/2006/main">
              <a:ext uri="{FF2B5EF4-FFF2-40B4-BE49-F238E27FC236}">
                <a16:creationId xmlns:a16="http://schemas.microsoft.com/office/drawing/2014/main" id="{CC15C0B6-8322-47A8-900A-08C93C7B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705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11" name="component-1161">
            <a:extLst xmlns:a="http://schemas.openxmlformats.org/drawingml/2006/main">
              <a:ext uri="{FF2B5EF4-FFF2-40B4-BE49-F238E27FC236}">
                <a16:creationId xmlns:a16="http://schemas.microsoft.com/office/drawing/2014/main" id="{6700D4B3-C313-40ED-8F4C-44E61F53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" y="6808470"/>
            <a:ext cx="24003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12" name="component-1162">
            <a:extLst xmlns:a="http://schemas.openxmlformats.org/drawingml/2006/main">
              <a:ext uri="{FF2B5EF4-FFF2-40B4-BE49-F238E27FC236}">
                <a16:creationId xmlns:a16="http://schemas.microsoft.com/office/drawing/2014/main" id="{FE9A0261-511A-4ED2-8AFA-F5227D57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640" y="6835902"/>
            <a:ext cx="163220" cy="20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component-1163">
            <a:extLst xmlns:a="http://schemas.openxmlformats.org/drawingml/2006/main">
              <a:ext uri="{FF2B5EF4-FFF2-40B4-BE49-F238E27FC236}">
                <a16:creationId xmlns:a16="http://schemas.microsoft.com/office/drawing/2014/main" id="{C23C1F07-892B-4E0B-8A25-679083E6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" y="6781038"/>
            <a:ext cx="24003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component-1164">
            <a:extLst xmlns:a="http://schemas.openxmlformats.org/drawingml/2006/main">
              <a:ext uri="{FF2B5EF4-FFF2-40B4-BE49-F238E27FC236}">
                <a16:creationId xmlns:a16="http://schemas.microsoft.com/office/drawing/2014/main" id="{2DA910F7-2D99-42A3-926E-34975C6E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705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15" name="component-1165">
            <a:extLst xmlns:a="http://schemas.openxmlformats.org/drawingml/2006/main">
              <a:ext uri="{FF2B5EF4-FFF2-40B4-BE49-F238E27FC236}">
                <a16:creationId xmlns:a16="http://schemas.microsoft.com/office/drawing/2014/main" id="{96078E7C-6084-4E8A-9405-E265E86B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705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16" name="component-1166">
            <a:extLst xmlns:a="http://schemas.openxmlformats.org/drawingml/2006/main">
              <a:ext uri="{FF2B5EF4-FFF2-40B4-BE49-F238E27FC236}">
                <a16:creationId xmlns:a16="http://schemas.microsoft.com/office/drawing/2014/main" id="{47F9229D-3817-48F8-8328-031C552B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705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17" name="component-1167">
            <a:extLst xmlns:a="http://schemas.openxmlformats.org/drawingml/2006/main">
              <a:ext uri="{FF2B5EF4-FFF2-40B4-BE49-F238E27FC236}">
                <a16:creationId xmlns:a16="http://schemas.microsoft.com/office/drawing/2014/main" id="{F784CD23-5AF5-44B3-B890-EB69671D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238" y="6757035"/>
            <a:ext cx="192024" cy="240030"/>
          </a:xfrm>
          <a:prstGeom xmlns:a="http://schemas.openxmlformats.org/drawingml/2006/main" prst="roundRect">
            <a:avLst>
              <a:gd name="adj" fmla="val 14881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18" name="component-1168">
            <a:extLst xmlns:a="http://schemas.openxmlformats.org/drawingml/2006/main">
              <a:ext uri="{FF2B5EF4-FFF2-40B4-BE49-F238E27FC236}">
                <a16:creationId xmlns:a16="http://schemas.microsoft.com/office/drawing/2014/main" id="{A67CC18D-0F53-4003-8290-733E424F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962" y="6795440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component-1169">
            <a:extLst xmlns:a="http://schemas.openxmlformats.org/drawingml/2006/main">
              <a:ext uri="{FF2B5EF4-FFF2-40B4-BE49-F238E27FC236}">
                <a16:creationId xmlns:a16="http://schemas.microsoft.com/office/drawing/2014/main" id="{DCF7B73B-AA9A-45E8-BB6C-7407057E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962" y="6848246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component-1170">
            <a:extLst xmlns:a="http://schemas.openxmlformats.org/drawingml/2006/main">
              <a:ext uri="{FF2B5EF4-FFF2-40B4-BE49-F238E27FC236}">
                <a16:creationId xmlns:a16="http://schemas.microsoft.com/office/drawing/2014/main" id="{CF79B1FA-105C-493F-B46B-6D62C3B8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962" y="6901053"/>
            <a:ext cx="130576" cy="28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component-1171">
            <a:extLst xmlns:a="http://schemas.openxmlformats.org/drawingml/2006/main">
              <a:ext uri="{FF2B5EF4-FFF2-40B4-BE49-F238E27FC236}">
                <a16:creationId xmlns:a16="http://schemas.microsoft.com/office/drawing/2014/main" id="{3AB35ADB-529B-4E3F-AC08-BDE9323D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705600"/>
            <a:ext cx="3429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22" name="component-1172">
            <a:extLst xmlns:a="http://schemas.openxmlformats.org/drawingml/2006/main">
              <a:ext uri="{FF2B5EF4-FFF2-40B4-BE49-F238E27FC236}">
                <a16:creationId xmlns:a16="http://schemas.microsoft.com/office/drawing/2014/main" id="{FBB7214A-F42C-4921-81FD-A2C30AA7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24384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5F3EB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23" name="component-1173">
            <a:extLst xmlns:a="http://schemas.openxmlformats.org/drawingml/2006/main">
              <a:ext uri="{FF2B5EF4-FFF2-40B4-BE49-F238E27FC236}">
                <a16:creationId xmlns:a16="http://schemas.microsoft.com/office/drawing/2014/main" id="{115D11FC-9DB1-42E4-A5C6-4E53385C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34100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North Offices</a:t>
            </a:r>
          </a:p>
        </p:txBody>
      </p:sp>
      <p:sp>
        <p:nvSpPr>
          <p:cNvPr id="124" name="component-1174">
            <a:extLst xmlns:a="http://schemas.openxmlformats.org/drawingml/2006/main">
              <a:ext uri="{FF2B5EF4-FFF2-40B4-BE49-F238E27FC236}">
                <a16:creationId xmlns:a16="http://schemas.microsoft.com/office/drawing/2014/main" id="{FBDE2A39-1DF0-4418-8EAF-9A04557F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53200"/>
            <a:ext cx="21336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Parking 60 / 100</a:t>
            </a:r>
          </a:p>
        </p:txBody>
      </p:sp>
      <p:sp>
        <p:nvSpPr>
          <p:cNvPr id="125" name="component-1175">
            <a:extLst xmlns:a="http://schemas.openxmlformats.org/drawingml/2006/main">
              <a:ext uri="{FF2B5EF4-FFF2-40B4-BE49-F238E27FC236}">
                <a16:creationId xmlns:a16="http://schemas.microsoft.com/office/drawing/2014/main" id="{4AFB75EC-7181-43C3-B2FE-E7364A51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10400"/>
            <a:ext cx="2133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component-1176">
            <a:extLst xmlns:a="http://schemas.openxmlformats.org/drawingml/2006/main">
              <a:ext uri="{FF2B5EF4-FFF2-40B4-BE49-F238E27FC236}">
                <a16:creationId xmlns:a16="http://schemas.microsoft.com/office/drawing/2014/main" id="{E1294AA3-C7CC-4FD3-9709-50A7CC91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866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27" name="component-1177">
            <a:extLst xmlns:a="http://schemas.openxmlformats.org/drawingml/2006/main">
              <a:ext uri="{FF2B5EF4-FFF2-40B4-BE49-F238E27FC236}">
                <a16:creationId xmlns:a16="http://schemas.microsoft.com/office/drawing/2014/main" id="{4BD35474-5943-4E15-945C-92F3F2E6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86700"/>
            <a:ext cx="762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28" name="component-1178">
            <a:extLst xmlns:a="http://schemas.openxmlformats.org/drawingml/2006/main">
              <a:ext uri="{FF2B5EF4-FFF2-40B4-BE49-F238E27FC236}">
                <a16:creationId xmlns:a16="http://schemas.microsoft.com/office/drawing/2014/main" id="{0D546315-B30D-4077-9DF2-8DF212E1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819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29" name="component-1179">
            <a:extLst xmlns:a="http://schemas.openxmlformats.org/drawingml/2006/main">
              <a:ext uri="{FF2B5EF4-FFF2-40B4-BE49-F238E27FC236}">
                <a16:creationId xmlns:a16="http://schemas.microsoft.com/office/drawing/2014/main" id="{791404A0-480A-4D01-883E-DF72F6CE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886700"/>
            <a:ext cx="762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30" name="component-1180">
            <a:extLst xmlns:a="http://schemas.openxmlformats.org/drawingml/2006/main">
              <a:ext uri="{FF2B5EF4-FFF2-40B4-BE49-F238E27FC236}">
                <a16:creationId xmlns:a16="http://schemas.microsoft.com/office/drawing/2014/main" id="{5588E1BF-93A1-4B24-90B2-EF015BAB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9819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Tenants</a:t>
            </a:r>
          </a:p>
        </p:txBody>
      </p:sp>
      <p:sp>
        <p:nvSpPr>
          <p:cNvPr id="131" name="component-1181">
            <a:extLst xmlns:a="http://schemas.openxmlformats.org/drawingml/2006/main">
              <a:ext uri="{FF2B5EF4-FFF2-40B4-BE49-F238E27FC236}">
                <a16:creationId xmlns:a16="http://schemas.microsoft.com/office/drawing/2014/main" id="{4EB94447-8CAA-4CBC-96CF-F3A8C81B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886700"/>
            <a:ext cx="762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32" name="component-1182">
            <a:extLst xmlns:a="http://schemas.openxmlformats.org/drawingml/2006/main">
              <a:ext uri="{FF2B5EF4-FFF2-40B4-BE49-F238E27FC236}">
                <a16:creationId xmlns:a16="http://schemas.microsoft.com/office/drawing/2014/main" id="{96E35951-01B6-45B0-B745-24375501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79819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Upgrades</a:t>
            </a:r>
          </a:p>
        </p:txBody>
      </p:sp>
      <p:sp>
        <p:nvSpPr>
          <p:cNvPr id="133" name="component-1183">
            <a:extLst xmlns:a="http://schemas.openxmlformats.org/drawingml/2006/main">
              <a:ext uri="{FF2B5EF4-FFF2-40B4-BE49-F238E27FC236}">
                <a16:creationId xmlns:a16="http://schemas.microsoft.com/office/drawing/2014/main" id="{AC5AF7DB-D511-408A-A86F-9E51D847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525780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34" name="component-1184">
            <a:extLst xmlns:a="http://schemas.openxmlformats.org/drawingml/2006/main">
              <a:ext uri="{FF2B5EF4-FFF2-40B4-BE49-F238E27FC236}">
                <a16:creationId xmlns:a16="http://schemas.microsoft.com/office/drawing/2014/main" id="{16FDD26E-B500-421D-AD71-9BC4C3AB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05100"/>
            <a:ext cx="26289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Central District</a:t>
            </a:r>
          </a:p>
        </p:txBody>
      </p:sp>
      <p:sp>
        <p:nvSpPr>
          <p:cNvPr id="135" name="component-1185">
            <a:extLst xmlns:a="http://schemas.openxmlformats.org/drawingml/2006/main">
              <a:ext uri="{FF2B5EF4-FFF2-40B4-BE49-F238E27FC236}">
                <a16:creationId xmlns:a16="http://schemas.microsoft.com/office/drawing/2014/main" id="{A9D5ED9C-CAA1-4016-9ADC-A50C1328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3622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$12,000 / Morning</a:t>
            </a:r>
          </a:p>
        </p:txBody>
      </p:sp>
      <p:sp>
        <p:nvSpPr>
          <p:cNvPr id="136" name="component-1186">
            <a:extLst xmlns:a="http://schemas.openxmlformats.org/drawingml/2006/main">
              <a:ext uri="{FF2B5EF4-FFF2-40B4-BE49-F238E27FC236}">
                <a16:creationId xmlns:a16="http://schemas.microsoft.com/office/drawing/2014/main" id="{03B07DAA-26A1-4F4A-BE3A-6E8A4ECD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242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37" name="component-1187">
            <a:extLst xmlns:a="http://schemas.openxmlformats.org/drawingml/2006/main">
              <a:ext uri="{FF2B5EF4-FFF2-40B4-BE49-F238E27FC236}">
                <a16:creationId xmlns:a16="http://schemas.microsoft.com/office/drawing/2014/main" id="{7A6D19C7-87A7-45FE-820A-06A557D9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242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38" name="component-1188">
            <a:extLst xmlns:a="http://schemas.openxmlformats.org/drawingml/2006/main">
              <a:ext uri="{FF2B5EF4-FFF2-40B4-BE49-F238E27FC236}">
                <a16:creationId xmlns:a16="http://schemas.microsoft.com/office/drawing/2014/main" id="{E8B06B11-33EC-4BE3-93B0-E58DF8EE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81350"/>
            <a:ext cx="26670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39" name="component-1189">
            <a:extLst xmlns:a="http://schemas.openxmlformats.org/drawingml/2006/main">
              <a:ext uri="{FF2B5EF4-FFF2-40B4-BE49-F238E27FC236}">
                <a16:creationId xmlns:a16="http://schemas.microsoft.com/office/drawing/2014/main" id="{8264A838-E7EA-4144-B5AC-A52E4C6C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522" y="3224022"/>
            <a:ext cx="181356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component-1190">
            <a:extLst xmlns:a="http://schemas.openxmlformats.org/drawingml/2006/main">
              <a:ext uri="{FF2B5EF4-FFF2-40B4-BE49-F238E27FC236}">
                <a16:creationId xmlns:a16="http://schemas.microsoft.com/office/drawing/2014/main" id="{2F11D542-0DAB-43C6-8123-70C9A90B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242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41" name="component-1191">
            <a:extLst xmlns:a="http://schemas.openxmlformats.org/drawingml/2006/main">
              <a:ext uri="{FF2B5EF4-FFF2-40B4-BE49-F238E27FC236}">
                <a16:creationId xmlns:a16="http://schemas.microsoft.com/office/drawing/2014/main" id="{B6A59BDC-99C3-42AC-863E-A8EDDE4F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242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42" name="component-1192">
            <a:extLst xmlns:a="http://schemas.openxmlformats.org/drawingml/2006/main">
              <a:ext uri="{FF2B5EF4-FFF2-40B4-BE49-F238E27FC236}">
                <a16:creationId xmlns:a16="http://schemas.microsoft.com/office/drawing/2014/main" id="{48693B98-AAD4-4AB5-970A-F05BC603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242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43" name="component-1193">
            <a:extLst xmlns:a="http://schemas.openxmlformats.org/drawingml/2006/main">
              <a:ext uri="{FF2B5EF4-FFF2-40B4-BE49-F238E27FC236}">
                <a16:creationId xmlns:a16="http://schemas.microsoft.com/office/drawing/2014/main" id="{AC59B7EF-DD66-4EC1-9715-4BB84739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3181350"/>
            <a:ext cx="213360" cy="266700"/>
          </a:xfrm>
          <a:prstGeom xmlns:a="http://schemas.openxmlformats.org/drawingml/2006/main" prst="roundRect">
            <a:avLst>
              <a:gd name="adj" fmla="val 13393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44" name="component-1194">
            <a:extLst xmlns:a="http://schemas.openxmlformats.org/drawingml/2006/main">
              <a:ext uri="{FF2B5EF4-FFF2-40B4-BE49-F238E27FC236}">
                <a16:creationId xmlns:a16="http://schemas.microsoft.com/office/drawing/2014/main" id="{5F3D62C0-4263-469E-BB20-EC0011C0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958" y="3224022"/>
            <a:ext cx="14508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component-1195">
            <a:extLst xmlns:a="http://schemas.openxmlformats.org/drawingml/2006/main">
              <a:ext uri="{FF2B5EF4-FFF2-40B4-BE49-F238E27FC236}">
                <a16:creationId xmlns:a16="http://schemas.microsoft.com/office/drawing/2014/main" id="{95A4BD95-A3D5-4CCC-ACB1-7033C465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958" y="3282696"/>
            <a:ext cx="14508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component-1196">
            <a:extLst xmlns:a="http://schemas.openxmlformats.org/drawingml/2006/main">
              <a:ext uri="{FF2B5EF4-FFF2-40B4-BE49-F238E27FC236}">
                <a16:creationId xmlns:a16="http://schemas.microsoft.com/office/drawing/2014/main" id="{FCC22C8C-4222-4AAB-AB8B-95E40AEE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242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47" name="component-1197">
            <a:extLst xmlns:a="http://schemas.openxmlformats.org/drawingml/2006/main">
              <a:ext uri="{FF2B5EF4-FFF2-40B4-BE49-F238E27FC236}">
                <a16:creationId xmlns:a16="http://schemas.microsoft.com/office/drawing/2014/main" id="{A9E40AF0-C709-4E07-8514-A760391A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48" name="component-1198">
            <a:extLst xmlns:a="http://schemas.openxmlformats.org/drawingml/2006/main">
              <a:ext uri="{FF2B5EF4-FFF2-40B4-BE49-F238E27FC236}">
                <a16:creationId xmlns:a16="http://schemas.microsoft.com/office/drawing/2014/main" id="{0F7E27E1-DFAE-481B-A220-DD1F6B70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433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49" name="component-1199">
            <a:extLst xmlns:a="http://schemas.openxmlformats.org/drawingml/2006/main">
              <a:ext uri="{FF2B5EF4-FFF2-40B4-BE49-F238E27FC236}">
                <a16:creationId xmlns:a16="http://schemas.microsoft.com/office/drawing/2014/main" id="{3B3EA88A-B030-490A-85A7-EF85DC6D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433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50" name="component-1200">
            <a:extLst xmlns:a="http://schemas.openxmlformats.org/drawingml/2006/main">
              <a:ext uri="{FF2B5EF4-FFF2-40B4-BE49-F238E27FC236}">
                <a16:creationId xmlns:a16="http://schemas.microsoft.com/office/drawing/2014/main" id="{E63BA31A-4D44-46BB-ADBC-F8EC7D1E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57600"/>
            <a:ext cx="26670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51" name="component-1201">
            <a:extLst xmlns:a="http://schemas.openxmlformats.org/drawingml/2006/main">
              <a:ext uri="{FF2B5EF4-FFF2-40B4-BE49-F238E27FC236}">
                <a16:creationId xmlns:a16="http://schemas.microsoft.com/office/drawing/2014/main" id="{DC08DEED-0430-4738-8A0F-693C42B7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522" y="3688080"/>
            <a:ext cx="18135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component-1202">
            <a:extLst xmlns:a="http://schemas.openxmlformats.org/drawingml/2006/main">
              <a:ext uri="{FF2B5EF4-FFF2-40B4-BE49-F238E27FC236}">
                <a16:creationId xmlns:a16="http://schemas.microsoft.com/office/drawing/2014/main" id="{5205E6C8-A3DE-4CFD-A5D4-B37B2EF4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27120"/>
            <a:ext cx="2667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component-1203">
            <a:extLst xmlns:a="http://schemas.openxmlformats.org/drawingml/2006/main">
              <a:ext uri="{FF2B5EF4-FFF2-40B4-BE49-F238E27FC236}">
                <a16:creationId xmlns:a16="http://schemas.microsoft.com/office/drawing/2014/main" id="{2D302B64-B658-4D15-A07B-1C6D45B6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433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54" name="component-1204">
            <a:extLst xmlns:a="http://schemas.openxmlformats.org/drawingml/2006/main">
              <a:ext uri="{FF2B5EF4-FFF2-40B4-BE49-F238E27FC236}">
                <a16:creationId xmlns:a16="http://schemas.microsoft.com/office/drawing/2014/main" id="{F2BCE767-227A-447B-AD27-4760DD37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433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55" name="component-1205">
            <a:extLst xmlns:a="http://schemas.openxmlformats.org/drawingml/2006/main">
              <a:ext uri="{FF2B5EF4-FFF2-40B4-BE49-F238E27FC236}">
                <a16:creationId xmlns:a16="http://schemas.microsoft.com/office/drawing/2014/main" id="{6F65B225-3B5B-4A30-A0D5-66F757AA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433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56" name="component-1206">
            <a:extLst xmlns:a="http://schemas.openxmlformats.org/drawingml/2006/main">
              <a:ext uri="{FF2B5EF4-FFF2-40B4-BE49-F238E27FC236}">
                <a16:creationId xmlns:a16="http://schemas.microsoft.com/office/drawing/2014/main" id="{068E92D5-27B6-4724-9735-E69AA21A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3600450"/>
            <a:ext cx="213360" cy="266700"/>
          </a:xfrm>
          <a:prstGeom xmlns:a="http://schemas.openxmlformats.org/drawingml/2006/main" prst="roundRect">
            <a:avLst>
              <a:gd name="adj" fmla="val 13393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57" name="component-1207">
            <a:extLst xmlns:a="http://schemas.openxmlformats.org/drawingml/2006/main">
              <a:ext uri="{FF2B5EF4-FFF2-40B4-BE49-F238E27FC236}">
                <a16:creationId xmlns:a16="http://schemas.microsoft.com/office/drawing/2014/main" id="{6DE440B7-2537-4BD5-9AC3-C1FB27E5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958" y="3643122"/>
            <a:ext cx="14508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component-1208">
            <a:extLst xmlns:a="http://schemas.openxmlformats.org/drawingml/2006/main">
              <a:ext uri="{FF2B5EF4-FFF2-40B4-BE49-F238E27FC236}">
                <a16:creationId xmlns:a16="http://schemas.microsoft.com/office/drawing/2014/main" id="{28455926-E717-4059-9A21-0341E0F8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958" y="3701796"/>
            <a:ext cx="14508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component-1209">
            <a:extLst xmlns:a="http://schemas.openxmlformats.org/drawingml/2006/main">
              <a:ext uri="{FF2B5EF4-FFF2-40B4-BE49-F238E27FC236}">
                <a16:creationId xmlns:a16="http://schemas.microsoft.com/office/drawing/2014/main" id="{EF8E1FB9-9BAB-44D1-A2E8-39719F79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958" y="3760470"/>
            <a:ext cx="14508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component-1210">
            <a:extLst xmlns:a="http://schemas.openxmlformats.org/drawingml/2006/main">
              <a:ext uri="{FF2B5EF4-FFF2-40B4-BE49-F238E27FC236}">
                <a16:creationId xmlns:a16="http://schemas.microsoft.com/office/drawing/2014/main" id="{A7E5169C-0922-451F-89EF-2172F93B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433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61" name="component-1211">
            <a:extLst xmlns:a="http://schemas.openxmlformats.org/drawingml/2006/main">
              <a:ext uri="{FF2B5EF4-FFF2-40B4-BE49-F238E27FC236}">
                <a16:creationId xmlns:a16="http://schemas.microsoft.com/office/drawing/2014/main" id="{2C299265-473E-4C73-BA7A-2E4BC988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433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62" name="component-1212">
            <a:extLst xmlns:a="http://schemas.openxmlformats.org/drawingml/2006/main">
              <a:ext uri="{FF2B5EF4-FFF2-40B4-BE49-F238E27FC236}">
                <a16:creationId xmlns:a16="http://schemas.microsoft.com/office/drawing/2014/main" id="{1F92BC18-1E27-4BB9-849D-CD5EC90B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624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63" name="component-1213">
            <a:extLst xmlns:a="http://schemas.openxmlformats.org/drawingml/2006/main">
              <a:ext uri="{FF2B5EF4-FFF2-40B4-BE49-F238E27FC236}">
                <a16:creationId xmlns:a16="http://schemas.microsoft.com/office/drawing/2014/main" id="{60978075-AE5D-4F40-B5B0-3DEE30A7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420" y="4019550"/>
            <a:ext cx="213360" cy="266700"/>
          </a:xfrm>
          <a:prstGeom xmlns:a="http://schemas.openxmlformats.org/drawingml/2006/main" prst="roundRect">
            <a:avLst>
              <a:gd name="adj" fmla="val 13393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64" name="component-1214">
            <a:extLst xmlns:a="http://schemas.openxmlformats.org/drawingml/2006/main">
              <a:ext uri="{FF2B5EF4-FFF2-40B4-BE49-F238E27FC236}">
                <a16:creationId xmlns:a16="http://schemas.microsoft.com/office/drawing/2014/main" id="{E4CDB7B1-EB92-4AFE-B5B4-A037175E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558" y="4062222"/>
            <a:ext cx="14508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component-1215">
            <a:extLst xmlns:a="http://schemas.openxmlformats.org/drawingml/2006/main">
              <a:ext uri="{FF2B5EF4-FFF2-40B4-BE49-F238E27FC236}">
                <a16:creationId xmlns:a16="http://schemas.microsoft.com/office/drawing/2014/main" id="{9842CCFE-FDF2-48EB-B7ED-C7178E1B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558" y="4120896"/>
            <a:ext cx="14508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component-1216">
            <a:extLst xmlns:a="http://schemas.openxmlformats.org/drawingml/2006/main">
              <a:ext uri="{FF2B5EF4-FFF2-40B4-BE49-F238E27FC236}">
                <a16:creationId xmlns:a16="http://schemas.microsoft.com/office/drawing/2014/main" id="{40B6F791-6657-433D-BB5F-E6B13588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624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67" name="component-1217">
            <a:extLst xmlns:a="http://schemas.openxmlformats.org/drawingml/2006/main">
              <a:ext uri="{FF2B5EF4-FFF2-40B4-BE49-F238E27FC236}">
                <a16:creationId xmlns:a16="http://schemas.microsoft.com/office/drawing/2014/main" id="{023F08AF-0DB0-4FC3-B2E9-4F67D71E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624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237563"/>
            </a:solidFill>
            <a:prstDash val="solid"/>
          </a:ln>
        </p:spPr>
      </p:sp>
      <p:sp>
        <p:nvSpPr>
          <p:cNvPr id="168" name="component-1218">
            <a:extLst xmlns:a="http://schemas.openxmlformats.org/drawingml/2006/main">
              <a:ext uri="{FF2B5EF4-FFF2-40B4-BE49-F238E27FC236}">
                <a16:creationId xmlns:a16="http://schemas.microsoft.com/office/drawing/2014/main" id="{C8CD34C2-7944-4164-85CE-DDECDDCE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620" y="4019550"/>
            <a:ext cx="213360" cy="266700"/>
          </a:xfrm>
          <a:prstGeom xmlns:a="http://schemas.openxmlformats.org/drawingml/2006/main" prst="roundRect">
            <a:avLst>
              <a:gd name="adj" fmla="val 13393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69" name="component-1219">
            <a:extLst xmlns:a="http://schemas.openxmlformats.org/drawingml/2006/main">
              <a:ext uri="{FF2B5EF4-FFF2-40B4-BE49-F238E27FC236}">
                <a16:creationId xmlns:a16="http://schemas.microsoft.com/office/drawing/2014/main" id="{1F47403D-BBB9-49E7-8A7F-2AB0D4A7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758" y="4062222"/>
            <a:ext cx="14508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component-1220">
            <a:extLst xmlns:a="http://schemas.openxmlformats.org/drawingml/2006/main">
              <a:ext uri="{FF2B5EF4-FFF2-40B4-BE49-F238E27FC236}">
                <a16:creationId xmlns:a16="http://schemas.microsoft.com/office/drawing/2014/main" id="{B7DE044B-2720-4F76-B070-8BA3FB30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758" y="4120896"/>
            <a:ext cx="14508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component-1221">
            <a:extLst xmlns:a="http://schemas.openxmlformats.org/drawingml/2006/main">
              <a:ext uri="{FF2B5EF4-FFF2-40B4-BE49-F238E27FC236}">
                <a16:creationId xmlns:a16="http://schemas.microsoft.com/office/drawing/2014/main" id="{BDD5D55C-2C1D-4EB0-8199-06546B2E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758" y="4179570"/>
            <a:ext cx="14508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component-1222">
            <a:extLst xmlns:a="http://schemas.openxmlformats.org/drawingml/2006/main">
              <a:ext uri="{FF2B5EF4-FFF2-40B4-BE49-F238E27FC236}">
                <a16:creationId xmlns:a16="http://schemas.microsoft.com/office/drawing/2014/main" id="{B54CC150-CA80-4D3B-AC18-7C8BF0F3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624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73" name="component-1223">
            <a:extLst xmlns:a="http://schemas.openxmlformats.org/drawingml/2006/main">
              <a:ext uri="{FF2B5EF4-FFF2-40B4-BE49-F238E27FC236}">
                <a16:creationId xmlns:a16="http://schemas.microsoft.com/office/drawing/2014/main" id="{1B98C295-B100-433A-A7A9-23EEA582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19550"/>
            <a:ext cx="26670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74" name="component-1224">
            <a:extLst xmlns:a="http://schemas.openxmlformats.org/drawingml/2006/main">
              <a:ext uri="{FF2B5EF4-FFF2-40B4-BE49-F238E27FC236}">
                <a16:creationId xmlns:a16="http://schemas.microsoft.com/office/drawing/2014/main" id="{1FCC5DCD-B33F-4803-B504-41EAE073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722" y="4062222"/>
            <a:ext cx="181356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component-1225">
            <a:extLst xmlns:a="http://schemas.openxmlformats.org/drawingml/2006/main">
              <a:ext uri="{FF2B5EF4-FFF2-40B4-BE49-F238E27FC236}">
                <a16:creationId xmlns:a16="http://schemas.microsoft.com/office/drawing/2014/main" id="{D5D03558-A2E1-4182-A869-CF8C6BB8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624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76" name="component-1226">
            <a:extLst xmlns:a="http://schemas.openxmlformats.org/drawingml/2006/main">
              <a:ext uri="{FF2B5EF4-FFF2-40B4-BE49-F238E27FC236}">
                <a16:creationId xmlns:a16="http://schemas.microsoft.com/office/drawing/2014/main" id="{9169BC04-75EF-4F07-8FF7-7502CE3B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624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77" name="component-1227">
            <a:extLst xmlns:a="http://schemas.openxmlformats.org/drawingml/2006/main">
              <a:ext uri="{FF2B5EF4-FFF2-40B4-BE49-F238E27FC236}">
                <a16:creationId xmlns:a16="http://schemas.microsoft.com/office/drawing/2014/main" id="{E80AE3F0-AD89-45CB-A9F8-809553EF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76700"/>
            <a:ext cx="26670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78" name="component-1228">
            <a:extLst xmlns:a="http://schemas.openxmlformats.org/drawingml/2006/main">
              <a:ext uri="{FF2B5EF4-FFF2-40B4-BE49-F238E27FC236}">
                <a16:creationId xmlns:a16="http://schemas.microsoft.com/office/drawing/2014/main" id="{2A68F39B-1408-4729-BBEA-65EAB98D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922" y="4107180"/>
            <a:ext cx="18135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component-1229">
            <a:extLst xmlns:a="http://schemas.openxmlformats.org/drawingml/2006/main">
              <a:ext uri="{FF2B5EF4-FFF2-40B4-BE49-F238E27FC236}">
                <a16:creationId xmlns:a16="http://schemas.microsoft.com/office/drawing/2014/main" id="{7B5FE53A-73CD-4892-AF15-07B88C35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46220"/>
            <a:ext cx="266700" cy="3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component-1230">
            <a:extLst xmlns:a="http://schemas.openxmlformats.org/drawingml/2006/main">
              <a:ext uri="{FF2B5EF4-FFF2-40B4-BE49-F238E27FC236}">
                <a16:creationId xmlns:a16="http://schemas.microsoft.com/office/drawing/2014/main" id="{C73A7A70-57AC-47C1-9BD9-FC72B308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81" name="component-1231">
            <a:extLst xmlns:a="http://schemas.openxmlformats.org/drawingml/2006/main">
              <a:ext uri="{FF2B5EF4-FFF2-40B4-BE49-F238E27FC236}">
                <a16:creationId xmlns:a16="http://schemas.microsoft.com/office/drawing/2014/main" id="{CB3949AD-9FAE-4DEF-9F06-4C7EDB6B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020" y="4019550"/>
            <a:ext cx="213360" cy="266700"/>
          </a:xfrm>
          <a:prstGeom xmlns:a="http://schemas.openxmlformats.org/drawingml/2006/main" prst="roundRect">
            <a:avLst>
              <a:gd name="adj" fmla="val 13393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82" name="component-1232">
            <a:extLst xmlns:a="http://schemas.openxmlformats.org/drawingml/2006/main">
              <a:ext uri="{FF2B5EF4-FFF2-40B4-BE49-F238E27FC236}">
                <a16:creationId xmlns:a16="http://schemas.microsoft.com/office/drawing/2014/main" id="{884EB09A-0986-4CE9-9490-48D47978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158" y="4062222"/>
            <a:ext cx="14508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component-1233">
            <a:extLst xmlns:a="http://schemas.openxmlformats.org/drawingml/2006/main">
              <a:ext uri="{FF2B5EF4-FFF2-40B4-BE49-F238E27FC236}">
                <a16:creationId xmlns:a16="http://schemas.microsoft.com/office/drawing/2014/main" id="{71D2E4B0-6CDB-4E54-A859-5238A3E5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158" y="4120896"/>
            <a:ext cx="14508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component-1234">
            <a:extLst xmlns:a="http://schemas.openxmlformats.org/drawingml/2006/main">
              <a:ext uri="{FF2B5EF4-FFF2-40B4-BE49-F238E27FC236}">
                <a16:creationId xmlns:a16="http://schemas.microsoft.com/office/drawing/2014/main" id="{41AECA7C-742A-487C-865C-9AA6773F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815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85" name="component-1235">
            <a:extLst xmlns:a="http://schemas.openxmlformats.org/drawingml/2006/main">
              <a:ext uri="{FF2B5EF4-FFF2-40B4-BE49-F238E27FC236}">
                <a16:creationId xmlns:a16="http://schemas.microsoft.com/office/drawing/2014/main" id="{CAE238BB-2935-4823-93D4-C9CA732A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815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86" name="component-1236">
            <a:extLst xmlns:a="http://schemas.openxmlformats.org/drawingml/2006/main">
              <a:ext uri="{FF2B5EF4-FFF2-40B4-BE49-F238E27FC236}">
                <a16:creationId xmlns:a16="http://schemas.microsoft.com/office/drawing/2014/main" id="{16C23B7B-83EA-42C4-8420-8D510596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38650"/>
            <a:ext cx="26670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87" name="component-1237">
            <a:extLst xmlns:a="http://schemas.openxmlformats.org/drawingml/2006/main">
              <a:ext uri="{FF2B5EF4-FFF2-40B4-BE49-F238E27FC236}">
                <a16:creationId xmlns:a16="http://schemas.microsoft.com/office/drawing/2014/main" id="{16E40B06-9E45-4BDA-A46F-001CAE29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522" y="4481322"/>
            <a:ext cx="181356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component-1238">
            <a:extLst xmlns:a="http://schemas.openxmlformats.org/drawingml/2006/main">
              <a:ext uri="{FF2B5EF4-FFF2-40B4-BE49-F238E27FC236}">
                <a16:creationId xmlns:a16="http://schemas.microsoft.com/office/drawing/2014/main" id="{A48977B4-CC7F-4225-A8AC-E4B7A442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815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89" name="component-1239">
            <a:extLst xmlns:a="http://schemas.openxmlformats.org/drawingml/2006/main">
              <a:ext uri="{FF2B5EF4-FFF2-40B4-BE49-F238E27FC236}">
                <a16:creationId xmlns:a16="http://schemas.microsoft.com/office/drawing/2014/main" id="{9E41404A-0C54-4380-8A77-821B8D6A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815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90" name="component-1240">
            <a:extLst xmlns:a="http://schemas.openxmlformats.org/drawingml/2006/main">
              <a:ext uri="{FF2B5EF4-FFF2-40B4-BE49-F238E27FC236}">
                <a16:creationId xmlns:a16="http://schemas.microsoft.com/office/drawing/2014/main" id="{8FD244FB-6E30-4F60-BB21-6190753B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91" name="component-1241">
            <a:extLst xmlns:a="http://schemas.openxmlformats.org/drawingml/2006/main">
              <a:ext uri="{FF2B5EF4-FFF2-40B4-BE49-F238E27FC236}">
                <a16:creationId xmlns:a16="http://schemas.microsoft.com/office/drawing/2014/main" id="{0473228E-1EA1-4D13-8AC0-07BCD40D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4438650"/>
            <a:ext cx="213360" cy="266700"/>
          </a:xfrm>
          <a:prstGeom xmlns:a="http://schemas.openxmlformats.org/drawingml/2006/main" prst="roundRect">
            <a:avLst>
              <a:gd name="adj" fmla="val 13393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192" name="component-1242">
            <a:extLst xmlns:a="http://schemas.openxmlformats.org/drawingml/2006/main">
              <a:ext uri="{FF2B5EF4-FFF2-40B4-BE49-F238E27FC236}">
                <a16:creationId xmlns:a16="http://schemas.microsoft.com/office/drawing/2014/main" id="{0F469D80-2DC9-4F35-A5C7-313C7149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958" y="4481322"/>
            <a:ext cx="14508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component-1243">
            <a:extLst xmlns:a="http://schemas.openxmlformats.org/drawingml/2006/main">
              <a:ext uri="{FF2B5EF4-FFF2-40B4-BE49-F238E27FC236}">
                <a16:creationId xmlns:a16="http://schemas.microsoft.com/office/drawing/2014/main" id="{DBB54D26-E7B8-405E-A19B-24E74FF4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958" y="4539996"/>
            <a:ext cx="14508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component-1244">
            <a:extLst xmlns:a="http://schemas.openxmlformats.org/drawingml/2006/main">
              <a:ext uri="{FF2B5EF4-FFF2-40B4-BE49-F238E27FC236}">
                <a16:creationId xmlns:a16="http://schemas.microsoft.com/office/drawing/2014/main" id="{84DFBD85-912D-4C54-A672-E1EC6371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815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95" name="component-1245">
            <a:extLst xmlns:a="http://schemas.openxmlformats.org/drawingml/2006/main">
              <a:ext uri="{FF2B5EF4-FFF2-40B4-BE49-F238E27FC236}">
                <a16:creationId xmlns:a16="http://schemas.microsoft.com/office/drawing/2014/main" id="{4A4BF984-8DAE-4EB0-9FFF-F486AF0D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81500"/>
            <a:ext cx="381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96" name="component-1246">
            <a:extLst xmlns:a="http://schemas.openxmlformats.org/drawingml/2006/main">
              <a:ext uri="{FF2B5EF4-FFF2-40B4-BE49-F238E27FC236}">
                <a16:creationId xmlns:a16="http://schemas.microsoft.com/office/drawing/2014/main" id="{D39DD3D8-71A8-4604-A417-4ACF3F20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1828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5F3EB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197" name="component-1247">
            <a:extLst xmlns:a="http://schemas.openxmlformats.org/drawingml/2006/main">
              <a:ext uri="{FF2B5EF4-FFF2-40B4-BE49-F238E27FC236}">
                <a16:creationId xmlns:a16="http://schemas.microsoft.com/office/drawing/2014/main" id="{3E62ED60-E2B3-4B32-A2DF-2A0667DB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00400"/>
            <a:ext cx="15240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North Offices</a:t>
            </a:r>
          </a:p>
        </p:txBody>
      </p:sp>
      <p:sp>
        <p:nvSpPr>
          <p:cNvPr id="198" name="component-1248">
            <a:extLst xmlns:a="http://schemas.openxmlformats.org/drawingml/2006/main">
              <a:ext uri="{FF2B5EF4-FFF2-40B4-BE49-F238E27FC236}">
                <a16:creationId xmlns:a16="http://schemas.microsoft.com/office/drawing/2014/main" id="{FE996612-6176-4236-945C-F99FF96D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Parking</a:t>
            </a:r>
          </a:p>
          <a:p xmlns:a="http://schemas.openxmlformats.org/drawingml/2006/main">
            <a:pPr algn="l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60 / 100</a:t>
            </a:r>
          </a:p>
        </p:txBody>
      </p:sp>
      <p:sp>
        <p:nvSpPr>
          <p:cNvPr id="199" name="component-1249">
            <a:extLst xmlns:a="http://schemas.openxmlformats.org/drawingml/2006/main">
              <a:ext uri="{FF2B5EF4-FFF2-40B4-BE49-F238E27FC236}">
                <a16:creationId xmlns:a16="http://schemas.microsoft.com/office/drawing/2014/main" id="{22F515E8-4D2C-4A2C-9360-C72710DD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0530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component-1250">
            <a:extLst xmlns:a="http://schemas.openxmlformats.org/drawingml/2006/main">
              <a:ext uri="{FF2B5EF4-FFF2-40B4-BE49-F238E27FC236}">
                <a16:creationId xmlns:a16="http://schemas.microsoft.com/office/drawing/2014/main" id="{7AB95C19-8DAD-4812-90B4-CCC92475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815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201" name="component-1251">
            <a:extLst xmlns:a="http://schemas.openxmlformats.org/drawingml/2006/main">
              <a:ext uri="{FF2B5EF4-FFF2-40B4-BE49-F238E27FC236}">
                <a16:creationId xmlns:a16="http://schemas.microsoft.com/office/drawing/2014/main" id="{96F3BEE8-C122-4DBA-AE64-8A23817B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90800"/>
            <a:ext cx="57150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02" name="component-1252">
            <a:extLst xmlns:a="http://schemas.openxmlformats.org/drawingml/2006/main">
              <a:ext uri="{FF2B5EF4-FFF2-40B4-BE49-F238E27FC236}">
                <a16:creationId xmlns:a16="http://schemas.microsoft.com/office/drawing/2014/main" id="{B67BAD0F-5945-4BA4-BC29-06FA4DF3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05100"/>
            <a:ext cx="26289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Central District</a:t>
            </a:r>
          </a:p>
        </p:txBody>
      </p:sp>
      <p:sp>
        <p:nvSpPr>
          <p:cNvPr id="203" name="component-1253">
            <a:extLst xmlns:a="http://schemas.openxmlformats.org/drawingml/2006/main">
              <a:ext uri="{FF2B5EF4-FFF2-40B4-BE49-F238E27FC236}">
                <a16:creationId xmlns:a16="http://schemas.microsoft.com/office/drawing/2014/main" id="{4DF2FE76-FC2F-4989-9D72-5B1F221E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705100"/>
            <a:ext cx="24384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$12,000 / Morning</a:t>
            </a:r>
          </a:p>
        </p:txBody>
      </p:sp>
      <p:sp>
        <p:nvSpPr>
          <p:cNvPr id="204" name="component-1254">
            <a:extLst xmlns:a="http://schemas.openxmlformats.org/drawingml/2006/main">
              <a:ext uri="{FF2B5EF4-FFF2-40B4-BE49-F238E27FC236}">
                <a16:creationId xmlns:a16="http://schemas.microsoft.com/office/drawing/2014/main" id="{24A50436-EADB-4A8B-ABA1-2987BDD0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242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05" name="component-1255">
            <a:extLst xmlns:a="http://schemas.openxmlformats.org/drawingml/2006/main">
              <a:ext uri="{FF2B5EF4-FFF2-40B4-BE49-F238E27FC236}">
                <a16:creationId xmlns:a16="http://schemas.microsoft.com/office/drawing/2014/main" id="{E33BE3A0-A74F-4993-A01B-D07F0F59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242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06" name="component-1256">
            <a:extLst xmlns:a="http://schemas.openxmlformats.org/drawingml/2006/main">
              <a:ext uri="{FF2B5EF4-FFF2-40B4-BE49-F238E27FC236}">
                <a16:creationId xmlns:a16="http://schemas.microsoft.com/office/drawing/2014/main" id="{518B0F2F-C0B4-4BF0-B4CF-A3F44BE5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458" y="3184208"/>
            <a:ext cx="280035" cy="28003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07" name="component-1257">
            <a:extLst xmlns:a="http://schemas.openxmlformats.org/drawingml/2006/main">
              <a:ext uri="{FF2B5EF4-FFF2-40B4-BE49-F238E27FC236}">
                <a16:creationId xmlns:a16="http://schemas.microsoft.com/office/drawing/2014/main" id="{C7452DE7-1859-4880-B9F5-9348BBE7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63" y="3229013"/>
            <a:ext cx="190424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component-1258">
            <a:extLst xmlns:a="http://schemas.openxmlformats.org/drawingml/2006/main">
              <a:ext uri="{FF2B5EF4-FFF2-40B4-BE49-F238E27FC236}">
                <a16:creationId xmlns:a16="http://schemas.microsoft.com/office/drawing/2014/main" id="{0AC9540B-8E23-44EB-A6AB-908A58F6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242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09" name="component-1259">
            <a:extLst xmlns:a="http://schemas.openxmlformats.org/drawingml/2006/main">
              <a:ext uri="{FF2B5EF4-FFF2-40B4-BE49-F238E27FC236}">
                <a16:creationId xmlns:a16="http://schemas.microsoft.com/office/drawing/2014/main" id="{FB644DA8-2732-4FA2-8F3D-F3D86ED4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242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10" name="component-1260">
            <a:extLst xmlns:a="http://schemas.openxmlformats.org/drawingml/2006/main">
              <a:ext uri="{FF2B5EF4-FFF2-40B4-BE49-F238E27FC236}">
                <a16:creationId xmlns:a16="http://schemas.microsoft.com/office/drawing/2014/main" id="{07232FED-F94D-49C9-A7DF-6C1479B3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1242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11" name="component-1261">
            <a:extLst xmlns:a="http://schemas.openxmlformats.org/drawingml/2006/main">
              <a:ext uri="{FF2B5EF4-FFF2-40B4-BE49-F238E27FC236}">
                <a16:creationId xmlns:a16="http://schemas.microsoft.com/office/drawing/2014/main" id="{EB0A5A7A-E0D9-420F-B847-35D11497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911" y="3184208"/>
            <a:ext cx="224028" cy="280035"/>
          </a:xfrm>
          <a:prstGeom xmlns:a="http://schemas.openxmlformats.org/drawingml/2006/main" prst="roundRect">
            <a:avLst>
              <a:gd name="adj" fmla="val 12755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12" name="component-1262">
            <a:extLst xmlns:a="http://schemas.openxmlformats.org/drawingml/2006/main">
              <a:ext uri="{FF2B5EF4-FFF2-40B4-BE49-F238E27FC236}">
                <a16:creationId xmlns:a16="http://schemas.microsoft.com/office/drawing/2014/main" id="{9DDE8810-F3D7-42EC-A5FC-D481DCFC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55" y="3229013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component-1263">
            <a:extLst xmlns:a="http://schemas.openxmlformats.org/drawingml/2006/main">
              <a:ext uri="{FF2B5EF4-FFF2-40B4-BE49-F238E27FC236}">
                <a16:creationId xmlns:a16="http://schemas.microsoft.com/office/drawing/2014/main" id="{92A181E4-B38B-40AC-A83A-8DA7F54B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55" y="3290621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component-1264">
            <a:extLst xmlns:a="http://schemas.openxmlformats.org/drawingml/2006/main">
              <a:ext uri="{FF2B5EF4-FFF2-40B4-BE49-F238E27FC236}">
                <a16:creationId xmlns:a16="http://schemas.microsoft.com/office/drawing/2014/main" id="{DDAF71D0-C8AE-45A7-8CFE-99D26AF6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1242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15" name="component-1265">
            <a:extLst xmlns:a="http://schemas.openxmlformats.org/drawingml/2006/main">
              <a:ext uri="{FF2B5EF4-FFF2-40B4-BE49-F238E27FC236}">
                <a16:creationId xmlns:a16="http://schemas.microsoft.com/office/drawing/2014/main" id="{498FD2A9-0756-4291-ABAC-45F6A189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623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16" name="component-1266">
            <a:extLst xmlns:a="http://schemas.openxmlformats.org/drawingml/2006/main">
              <a:ext uri="{FF2B5EF4-FFF2-40B4-BE49-F238E27FC236}">
                <a16:creationId xmlns:a16="http://schemas.microsoft.com/office/drawing/2014/main" id="{B7809564-ABDF-4689-9913-1F409FB1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623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17" name="component-1267">
            <a:extLst xmlns:a="http://schemas.openxmlformats.org/drawingml/2006/main">
              <a:ext uri="{FF2B5EF4-FFF2-40B4-BE49-F238E27FC236}">
                <a16:creationId xmlns:a16="http://schemas.microsoft.com/office/drawing/2014/main" id="{070ADD15-BA09-4F65-9FAE-32525B0C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458" y="3682365"/>
            <a:ext cx="28003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18" name="component-1268">
            <a:extLst xmlns:a="http://schemas.openxmlformats.org/drawingml/2006/main">
              <a:ext uri="{FF2B5EF4-FFF2-40B4-BE49-F238E27FC236}">
                <a16:creationId xmlns:a16="http://schemas.microsoft.com/office/drawing/2014/main" id="{3A1FF1BF-3253-4121-B797-0FD4E4F3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63" y="3714369"/>
            <a:ext cx="190424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component-1269">
            <a:extLst xmlns:a="http://schemas.openxmlformats.org/drawingml/2006/main">
              <a:ext uri="{FF2B5EF4-FFF2-40B4-BE49-F238E27FC236}">
                <a16:creationId xmlns:a16="http://schemas.microsoft.com/office/drawing/2014/main" id="{4CFCF3EF-330C-4557-BDDF-20643926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458" y="3650361"/>
            <a:ext cx="28003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component-1270">
            <a:extLst xmlns:a="http://schemas.openxmlformats.org/drawingml/2006/main">
              <a:ext uri="{FF2B5EF4-FFF2-40B4-BE49-F238E27FC236}">
                <a16:creationId xmlns:a16="http://schemas.microsoft.com/office/drawing/2014/main" id="{3553603B-D72D-4C4D-A635-285134BB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5623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21" name="component-1271">
            <a:extLst xmlns:a="http://schemas.openxmlformats.org/drawingml/2006/main">
              <a:ext uri="{FF2B5EF4-FFF2-40B4-BE49-F238E27FC236}">
                <a16:creationId xmlns:a16="http://schemas.microsoft.com/office/drawing/2014/main" id="{60DB3DD1-CB24-47BD-A074-328C845C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623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22" name="component-1272">
            <a:extLst xmlns:a="http://schemas.openxmlformats.org/drawingml/2006/main">
              <a:ext uri="{FF2B5EF4-FFF2-40B4-BE49-F238E27FC236}">
                <a16:creationId xmlns:a16="http://schemas.microsoft.com/office/drawing/2014/main" id="{A1CE3401-C613-41CB-A35C-98D2BCBF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5623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23" name="component-1273">
            <a:extLst xmlns:a="http://schemas.openxmlformats.org/drawingml/2006/main">
              <a:ext uri="{FF2B5EF4-FFF2-40B4-BE49-F238E27FC236}">
                <a16:creationId xmlns:a16="http://schemas.microsoft.com/office/drawing/2014/main" id="{3468F19C-E3E4-486A-8322-6527A27A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911" y="3622358"/>
            <a:ext cx="224028" cy="280035"/>
          </a:xfrm>
          <a:prstGeom xmlns:a="http://schemas.openxmlformats.org/drawingml/2006/main" prst="roundRect">
            <a:avLst>
              <a:gd name="adj" fmla="val 12755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24" name="component-1274">
            <a:extLst xmlns:a="http://schemas.openxmlformats.org/drawingml/2006/main">
              <a:ext uri="{FF2B5EF4-FFF2-40B4-BE49-F238E27FC236}">
                <a16:creationId xmlns:a16="http://schemas.microsoft.com/office/drawing/2014/main" id="{FBFBCC1F-B7CC-49A9-ACF2-E2BD043F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55" y="3667163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component-1275">
            <a:extLst xmlns:a="http://schemas.openxmlformats.org/drawingml/2006/main">
              <a:ext uri="{FF2B5EF4-FFF2-40B4-BE49-F238E27FC236}">
                <a16:creationId xmlns:a16="http://schemas.microsoft.com/office/drawing/2014/main" id="{45B36B0B-4887-45DC-BD95-CBD0F9AB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55" y="3728771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component-1276">
            <a:extLst xmlns:a="http://schemas.openxmlformats.org/drawingml/2006/main">
              <a:ext uri="{FF2B5EF4-FFF2-40B4-BE49-F238E27FC236}">
                <a16:creationId xmlns:a16="http://schemas.microsoft.com/office/drawing/2014/main" id="{DF8673F3-E6A4-48EF-B96C-03C600AA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55" y="3790379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component-1277">
            <a:extLst xmlns:a="http://schemas.openxmlformats.org/drawingml/2006/main">
              <a:ext uri="{FF2B5EF4-FFF2-40B4-BE49-F238E27FC236}">
                <a16:creationId xmlns:a16="http://schemas.microsoft.com/office/drawing/2014/main" id="{CF7CCC9E-BFF1-41F2-BD43-D5657DD1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5623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28" name="component-1278">
            <a:extLst xmlns:a="http://schemas.openxmlformats.org/drawingml/2006/main">
              <a:ext uri="{FF2B5EF4-FFF2-40B4-BE49-F238E27FC236}">
                <a16:creationId xmlns:a16="http://schemas.microsoft.com/office/drawing/2014/main" id="{8DA135DF-1122-465D-AD01-9C2CC757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005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29" name="component-1279">
            <a:extLst xmlns:a="http://schemas.openxmlformats.org/drawingml/2006/main">
              <a:ext uri="{FF2B5EF4-FFF2-40B4-BE49-F238E27FC236}">
                <a16:creationId xmlns:a16="http://schemas.microsoft.com/office/drawing/2014/main" id="{A14199BF-0231-4185-A175-34376E5F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311" y="4060508"/>
            <a:ext cx="224028" cy="280035"/>
          </a:xfrm>
          <a:prstGeom xmlns:a="http://schemas.openxmlformats.org/drawingml/2006/main" prst="roundRect">
            <a:avLst>
              <a:gd name="adj" fmla="val 12755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30" name="component-1280">
            <a:extLst xmlns:a="http://schemas.openxmlformats.org/drawingml/2006/main">
              <a:ext uri="{FF2B5EF4-FFF2-40B4-BE49-F238E27FC236}">
                <a16:creationId xmlns:a16="http://schemas.microsoft.com/office/drawing/2014/main" id="{76FC2D23-B9BB-4CDB-95EA-FA927EE6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55" y="4105313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component-1281">
            <a:extLst xmlns:a="http://schemas.openxmlformats.org/drawingml/2006/main">
              <a:ext uri="{FF2B5EF4-FFF2-40B4-BE49-F238E27FC236}">
                <a16:creationId xmlns:a16="http://schemas.microsoft.com/office/drawing/2014/main" id="{E8F7C1E0-591A-4AB1-BE77-1BD859F1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55" y="4166921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component-1282">
            <a:extLst xmlns:a="http://schemas.openxmlformats.org/drawingml/2006/main">
              <a:ext uri="{FF2B5EF4-FFF2-40B4-BE49-F238E27FC236}">
                <a16:creationId xmlns:a16="http://schemas.microsoft.com/office/drawing/2014/main" id="{507FB4CE-0034-4558-A58E-1AA6E8D6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33" name="component-1283">
            <a:extLst xmlns:a="http://schemas.openxmlformats.org/drawingml/2006/main">
              <a:ext uri="{FF2B5EF4-FFF2-40B4-BE49-F238E27FC236}">
                <a16:creationId xmlns:a16="http://schemas.microsoft.com/office/drawing/2014/main" id="{389A1376-491A-49DD-AF66-275E74BC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005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237563"/>
            </a:solidFill>
            <a:prstDash val="solid"/>
          </a:ln>
        </p:spPr>
      </p:sp>
      <p:sp>
        <p:nvSpPr>
          <p:cNvPr id="234" name="component-1284">
            <a:extLst xmlns:a="http://schemas.openxmlformats.org/drawingml/2006/main">
              <a:ext uri="{FF2B5EF4-FFF2-40B4-BE49-F238E27FC236}">
                <a16:creationId xmlns:a16="http://schemas.microsoft.com/office/drawing/2014/main" id="{FE0036F7-A5EE-4B73-A36C-6DF1975D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611" y="4060508"/>
            <a:ext cx="224028" cy="280035"/>
          </a:xfrm>
          <a:prstGeom xmlns:a="http://schemas.openxmlformats.org/drawingml/2006/main" prst="roundRect">
            <a:avLst>
              <a:gd name="adj" fmla="val 12755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35" name="component-1285">
            <a:extLst xmlns:a="http://schemas.openxmlformats.org/drawingml/2006/main">
              <a:ext uri="{FF2B5EF4-FFF2-40B4-BE49-F238E27FC236}">
                <a16:creationId xmlns:a16="http://schemas.microsoft.com/office/drawing/2014/main" id="{D1DF9631-768F-41AA-8164-C78867BC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55" y="4105313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component-1286">
            <a:extLst xmlns:a="http://schemas.openxmlformats.org/drawingml/2006/main">
              <a:ext uri="{FF2B5EF4-FFF2-40B4-BE49-F238E27FC236}">
                <a16:creationId xmlns:a16="http://schemas.microsoft.com/office/drawing/2014/main" id="{DF6321C9-4ACF-4815-A4E5-C7171C53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55" y="4166921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component-1287">
            <a:extLst xmlns:a="http://schemas.openxmlformats.org/drawingml/2006/main">
              <a:ext uri="{FF2B5EF4-FFF2-40B4-BE49-F238E27FC236}">
                <a16:creationId xmlns:a16="http://schemas.microsoft.com/office/drawing/2014/main" id="{6ED96B98-E0A4-412C-8A3D-1D7F6ACE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55" y="4228529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component-1288">
            <a:extLst xmlns:a="http://schemas.openxmlformats.org/drawingml/2006/main">
              <a:ext uri="{FF2B5EF4-FFF2-40B4-BE49-F238E27FC236}">
                <a16:creationId xmlns:a16="http://schemas.microsoft.com/office/drawing/2014/main" id="{B92BEF13-A0FE-48BD-B5A3-9B661C41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39" name="component-1289">
            <a:extLst xmlns:a="http://schemas.openxmlformats.org/drawingml/2006/main">
              <a:ext uri="{FF2B5EF4-FFF2-40B4-BE49-F238E27FC236}">
                <a16:creationId xmlns:a16="http://schemas.microsoft.com/office/drawing/2014/main" id="{DF8AE23B-4571-4EDE-B8A5-0801B901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2758" y="4060508"/>
            <a:ext cx="280035" cy="28003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40" name="component-1290">
            <a:extLst xmlns:a="http://schemas.openxmlformats.org/drawingml/2006/main">
              <a:ext uri="{FF2B5EF4-FFF2-40B4-BE49-F238E27FC236}">
                <a16:creationId xmlns:a16="http://schemas.microsoft.com/office/drawing/2014/main" id="{8D61F7A7-46D2-4852-A9A2-D6883FB8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63" y="4105313"/>
            <a:ext cx="190424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component-1291">
            <a:extLst xmlns:a="http://schemas.openxmlformats.org/drawingml/2006/main">
              <a:ext uri="{FF2B5EF4-FFF2-40B4-BE49-F238E27FC236}">
                <a16:creationId xmlns:a16="http://schemas.microsoft.com/office/drawing/2014/main" id="{D849E523-6DB9-44B2-941D-A27ABF02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0005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42" name="component-1292">
            <a:extLst xmlns:a="http://schemas.openxmlformats.org/drawingml/2006/main">
              <a:ext uri="{FF2B5EF4-FFF2-40B4-BE49-F238E27FC236}">
                <a16:creationId xmlns:a16="http://schemas.microsoft.com/office/drawing/2014/main" id="{751799CE-40C0-4DB7-A0F0-474E4776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0005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43" name="component-1293">
            <a:extLst xmlns:a="http://schemas.openxmlformats.org/drawingml/2006/main">
              <a:ext uri="{FF2B5EF4-FFF2-40B4-BE49-F238E27FC236}">
                <a16:creationId xmlns:a16="http://schemas.microsoft.com/office/drawing/2014/main" id="{9D4ABB2E-A745-444E-B69D-4D0C9EF0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9058" y="4120515"/>
            <a:ext cx="28003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44" name="component-1294">
            <a:extLst xmlns:a="http://schemas.openxmlformats.org/drawingml/2006/main">
              <a:ext uri="{FF2B5EF4-FFF2-40B4-BE49-F238E27FC236}">
                <a16:creationId xmlns:a16="http://schemas.microsoft.com/office/drawing/2014/main" id="{9B110762-0230-4A22-B736-960DEB4E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63" y="4152519"/>
            <a:ext cx="190424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component-1295">
            <a:extLst xmlns:a="http://schemas.openxmlformats.org/drawingml/2006/main">
              <a:ext uri="{FF2B5EF4-FFF2-40B4-BE49-F238E27FC236}">
                <a16:creationId xmlns:a16="http://schemas.microsoft.com/office/drawing/2014/main" id="{F09211FA-F2D9-42AC-8FC7-3135F1FD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9058" y="4088511"/>
            <a:ext cx="28003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component-1296">
            <a:extLst xmlns:a="http://schemas.openxmlformats.org/drawingml/2006/main">
              <a:ext uri="{FF2B5EF4-FFF2-40B4-BE49-F238E27FC236}">
                <a16:creationId xmlns:a16="http://schemas.microsoft.com/office/drawing/2014/main" id="{B7B8687C-58A5-4E10-A108-AAB27222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386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47" name="component-1297">
            <a:extLst xmlns:a="http://schemas.openxmlformats.org/drawingml/2006/main">
              <a:ext uri="{FF2B5EF4-FFF2-40B4-BE49-F238E27FC236}">
                <a16:creationId xmlns:a16="http://schemas.microsoft.com/office/drawing/2014/main" id="{43769CAE-50ED-4176-960C-10094269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386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48" name="component-1298">
            <a:extLst xmlns:a="http://schemas.openxmlformats.org/drawingml/2006/main">
              <a:ext uri="{FF2B5EF4-FFF2-40B4-BE49-F238E27FC236}">
                <a16:creationId xmlns:a16="http://schemas.microsoft.com/office/drawing/2014/main" id="{53285070-C7F0-4173-8DC9-05723240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458" y="4498658"/>
            <a:ext cx="280035" cy="28003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49" name="component-1299">
            <a:extLst xmlns:a="http://schemas.openxmlformats.org/drawingml/2006/main">
              <a:ext uri="{FF2B5EF4-FFF2-40B4-BE49-F238E27FC236}">
                <a16:creationId xmlns:a16="http://schemas.microsoft.com/office/drawing/2014/main" id="{AC2D7757-79C0-4BF3-962F-0473DC14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63" y="4543463"/>
            <a:ext cx="190424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component-1300">
            <a:extLst xmlns:a="http://schemas.openxmlformats.org/drawingml/2006/main">
              <a:ext uri="{FF2B5EF4-FFF2-40B4-BE49-F238E27FC236}">
                <a16:creationId xmlns:a16="http://schemas.microsoft.com/office/drawing/2014/main" id="{41F1807E-FDD9-4301-BA90-4792DE6D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4386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51" name="component-1301">
            <a:extLst xmlns:a="http://schemas.openxmlformats.org/drawingml/2006/main">
              <a:ext uri="{FF2B5EF4-FFF2-40B4-BE49-F238E27FC236}">
                <a16:creationId xmlns:a16="http://schemas.microsoft.com/office/drawing/2014/main" id="{58D9FEF2-2551-4DA9-9156-2D7DEB49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386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52" name="component-1302">
            <a:extLst xmlns:a="http://schemas.openxmlformats.org/drawingml/2006/main">
              <a:ext uri="{FF2B5EF4-FFF2-40B4-BE49-F238E27FC236}">
                <a16:creationId xmlns:a16="http://schemas.microsoft.com/office/drawing/2014/main" id="{2F8C4053-98E9-4142-9D4B-1920DD18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4386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53" name="component-1303">
            <a:extLst xmlns:a="http://schemas.openxmlformats.org/drawingml/2006/main">
              <a:ext uri="{FF2B5EF4-FFF2-40B4-BE49-F238E27FC236}">
                <a16:creationId xmlns:a16="http://schemas.microsoft.com/office/drawing/2014/main" id="{72E210BD-880A-4218-B493-6BA71007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911" y="4498658"/>
            <a:ext cx="224028" cy="280035"/>
          </a:xfrm>
          <a:prstGeom xmlns:a="http://schemas.openxmlformats.org/drawingml/2006/main" prst="roundRect">
            <a:avLst>
              <a:gd name="adj" fmla="val 12755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54" name="component-1304">
            <a:extLst xmlns:a="http://schemas.openxmlformats.org/drawingml/2006/main">
              <a:ext uri="{FF2B5EF4-FFF2-40B4-BE49-F238E27FC236}">
                <a16:creationId xmlns:a16="http://schemas.microsoft.com/office/drawing/2014/main" id="{0F970ABC-6CEE-44D9-AFF0-470ECF17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55" y="4543463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component-1305">
            <a:extLst xmlns:a="http://schemas.openxmlformats.org/drawingml/2006/main">
              <a:ext uri="{FF2B5EF4-FFF2-40B4-BE49-F238E27FC236}">
                <a16:creationId xmlns:a16="http://schemas.microsoft.com/office/drawing/2014/main" id="{10CDE16A-019A-4276-8A91-72078014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55" y="4605071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component-1306">
            <a:extLst xmlns:a="http://schemas.openxmlformats.org/drawingml/2006/main">
              <a:ext uri="{FF2B5EF4-FFF2-40B4-BE49-F238E27FC236}">
                <a16:creationId xmlns:a16="http://schemas.microsoft.com/office/drawing/2014/main" id="{FC0606B0-B81C-48C0-8B42-0DF038AA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4386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57" name="component-1307">
            <a:extLst xmlns:a="http://schemas.openxmlformats.org/drawingml/2006/main">
              <a:ext uri="{FF2B5EF4-FFF2-40B4-BE49-F238E27FC236}">
                <a16:creationId xmlns:a16="http://schemas.microsoft.com/office/drawing/2014/main" id="{1C0BA531-C836-4C54-AC2D-FC852AB3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768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58" name="component-1308">
            <a:extLst xmlns:a="http://schemas.openxmlformats.org/drawingml/2006/main">
              <a:ext uri="{FF2B5EF4-FFF2-40B4-BE49-F238E27FC236}">
                <a16:creationId xmlns:a16="http://schemas.microsoft.com/office/drawing/2014/main" id="{FE6E4233-D361-45B5-9C35-8FB71DBC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768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59" name="component-1309">
            <a:extLst xmlns:a="http://schemas.openxmlformats.org/drawingml/2006/main">
              <a:ext uri="{FF2B5EF4-FFF2-40B4-BE49-F238E27FC236}">
                <a16:creationId xmlns:a16="http://schemas.microsoft.com/office/drawing/2014/main" id="{11162CCD-6061-424F-A1BD-8E1C0F2E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458" y="4996815"/>
            <a:ext cx="28003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60" name="component-1310">
            <a:extLst xmlns:a="http://schemas.openxmlformats.org/drawingml/2006/main">
              <a:ext uri="{FF2B5EF4-FFF2-40B4-BE49-F238E27FC236}">
                <a16:creationId xmlns:a16="http://schemas.microsoft.com/office/drawing/2014/main" id="{729053EA-EC9A-4EC2-8CA6-58F92BA1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63" y="5028819"/>
            <a:ext cx="190424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component-1311">
            <a:extLst xmlns:a="http://schemas.openxmlformats.org/drawingml/2006/main">
              <a:ext uri="{FF2B5EF4-FFF2-40B4-BE49-F238E27FC236}">
                <a16:creationId xmlns:a16="http://schemas.microsoft.com/office/drawing/2014/main" id="{5ACF1378-75C9-49C2-A26E-F2574938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458" y="4964811"/>
            <a:ext cx="28003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component-1312">
            <a:extLst xmlns:a="http://schemas.openxmlformats.org/drawingml/2006/main">
              <a:ext uri="{FF2B5EF4-FFF2-40B4-BE49-F238E27FC236}">
                <a16:creationId xmlns:a16="http://schemas.microsoft.com/office/drawing/2014/main" id="{A359A67A-B85D-4967-8EC0-66449AE3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768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63" name="component-1313">
            <a:extLst xmlns:a="http://schemas.openxmlformats.org/drawingml/2006/main">
              <a:ext uri="{FF2B5EF4-FFF2-40B4-BE49-F238E27FC236}">
                <a16:creationId xmlns:a16="http://schemas.microsoft.com/office/drawing/2014/main" id="{28895D75-2FB5-4C07-8761-F1D2ECFA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768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64" name="component-1314">
            <a:extLst xmlns:a="http://schemas.openxmlformats.org/drawingml/2006/main">
              <a:ext uri="{FF2B5EF4-FFF2-40B4-BE49-F238E27FC236}">
                <a16:creationId xmlns:a16="http://schemas.microsoft.com/office/drawing/2014/main" id="{A0662772-A4A4-44CB-9C3B-FDF60AAE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8768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65" name="component-1315">
            <a:extLst xmlns:a="http://schemas.openxmlformats.org/drawingml/2006/main">
              <a:ext uri="{FF2B5EF4-FFF2-40B4-BE49-F238E27FC236}">
                <a16:creationId xmlns:a16="http://schemas.microsoft.com/office/drawing/2014/main" id="{44A8FC34-2058-48FE-9DA8-CA55A775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8911" y="4936808"/>
            <a:ext cx="224028" cy="280035"/>
          </a:xfrm>
          <a:prstGeom xmlns:a="http://schemas.openxmlformats.org/drawingml/2006/main" prst="roundRect">
            <a:avLst>
              <a:gd name="adj" fmla="val 12755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66" name="component-1316">
            <a:extLst xmlns:a="http://schemas.openxmlformats.org/drawingml/2006/main">
              <a:ext uri="{FF2B5EF4-FFF2-40B4-BE49-F238E27FC236}">
                <a16:creationId xmlns:a16="http://schemas.microsoft.com/office/drawing/2014/main" id="{2AD7F623-D888-4B97-A11E-59C4C6A6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55" y="4981613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component-1317">
            <a:extLst xmlns:a="http://schemas.openxmlformats.org/drawingml/2006/main">
              <a:ext uri="{FF2B5EF4-FFF2-40B4-BE49-F238E27FC236}">
                <a16:creationId xmlns:a16="http://schemas.microsoft.com/office/drawing/2014/main" id="{41D7C299-ECC7-4432-B23A-A382B7BC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55" y="5043221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component-1318">
            <a:extLst xmlns:a="http://schemas.openxmlformats.org/drawingml/2006/main">
              <a:ext uri="{FF2B5EF4-FFF2-40B4-BE49-F238E27FC236}">
                <a16:creationId xmlns:a16="http://schemas.microsoft.com/office/drawing/2014/main" id="{2AAC9D55-DE61-4694-BC0E-D54B33BF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55" y="5104828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component-1319">
            <a:extLst xmlns:a="http://schemas.openxmlformats.org/drawingml/2006/main">
              <a:ext uri="{FF2B5EF4-FFF2-40B4-BE49-F238E27FC236}">
                <a16:creationId xmlns:a16="http://schemas.microsoft.com/office/drawing/2014/main" id="{5967DDF0-1A9F-42D6-BABA-D812B230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8768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70" name="component-1320">
            <a:extLst xmlns:a="http://schemas.openxmlformats.org/drawingml/2006/main">
              <a:ext uri="{FF2B5EF4-FFF2-40B4-BE49-F238E27FC236}">
                <a16:creationId xmlns:a16="http://schemas.microsoft.com/office/drawing/2014/main" id="{AC374449-2574-42EA-99B3-4F47F635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3149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71" name="component-1321">
            <a:extLst xmlns:a="http://schemas.openxmlformats.org/drawingml/2006/main">
              <a:ext uri="{FF2B5EF4-FFF2-40B4-BE49-F238E27FC236}">
                <a16:creationId xmlns:a16="http://schemas.microsoft.com/office/drawing/2014/main" id="{363DCC18-6515-4233-B29B-8121DF8F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311" y="5374958"/>
            <a:ext cx="224028" cy="280035"/>
          </a:xfrm>
          <a:prstGeom xmlns:a="http://schemas.openxmlformats.org/drawingml/2006/main" prst="roundRect">
            <a:avLst>
              <a:gd name="adj" fmla="val 12755"/>
            </a:avLst>
          </a:prstGeom>
          <a:solidFill xmlns:a="http://schemas.openxmlformats.org/drawingml/2006/main">
            <a:srgbClr val="B7A9D3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72" name="component-1322">
            <a:extLst xmlns:a="http://schemas.openxmlformats.org/drawingml/2006/main">
              <a:ext uri="{FF2B5EF4-FFF2-40B4-BE49-F238E27FC236}">
                <a16:creationId xmlns:a16="http://schemas.microsoft.com/office/drawing/2014/main" id="{36A5621C-A392-4E0A-9F88-79D99EBA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55" y="5419763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component-1323">
            <a:extLst xmlns:a="http://schemas.openxmlformats.org/drawingml/2006/main">
              <a:ext uri="{FF2B5EF4-FFF2-40B4-BE49-F238E27FC236}">
                <a16:creationId xmlns:a16="http://schemas.microsoft.com/office/drawing/2014/main" id="{6D3F8B0D-E343-4467-B160-B0578456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55" y="5481371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component-1324">
            <a:extLst xmlns:a="http://schemas.openxmlformats.org/drawingml/2006/main">
              <a:ext uri="{FF2B5EF4-FFF2-40B4-BE49-F238E27FC236}">
                <a16:creationId xmlns:a16="http://schemas.microsoft.com/office/drawing/2014/main" id="{7B38B0A1-9B3F-4AB3-8807-438A115C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3149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75" name="component-1325">
            <a:extLst xmlns:a="http://schemas.openxmlformats.org/drawingml/2006/main">
              <a:ext uri="{FF2B5EF4-FFF2-40B4-BE49-F238E27FC236}">
                <a16:creationId xmlns:a16="http://schemas.microsoft.com/office/drawing/2014/main" id="{C2F52370-505A-4B82-98AF-996957BB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149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76" name="component-1326">
            <a:extLst xmlns:a="http://schemas.openxmlformats.org/drawingml/2006/main">
              <a:ext uri="{FF2B5EF4-FFF2-40B4-BE49-F238E27FC236}">
                <a16:creationId xmlns:a16="http://schemas.microsoft.com/office/drawing/2014/main" id="{6B83A207-94D4-4B54-93DB-F36FFD54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611" y="5374958"/>
            <a:ext cx="224028" cy="280035"/>
          </a:xfrm>
          <a:prstGeom xmlns:a="http://schemas.openxmlformats.org/drawingml/2006/main" prst="roundRect">
            <a:avLst>
              <a:gd name="adj" fmla="val 12755"/>
            </a:avLst>
          </a:prstGeom>
          <a:solidFill xmlns:a="http://schemas.openxmlformats.org/drawingml/2006/main">
            <a:srgbClr val="8EB9D0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77" name="component-1327">
            <a:extLst xmlns:a="http://schemas.openxmlformats.org/drawingml/2006/main">
              <a:ext uri="{FF2B5EF4-FFF2-40B4-BE49-F238E27FC236}">
                <a16:creationId xmlns:a16="http://schemas.microsoft.com/office/drawing/2014/main" id="{39ECE6B2-6838-471C-A38A-F5242FE4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55" y="5419763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component-1328">
            <a:extLst xmlns:a="http://schemas.openxmlformats.org/drawingml/2006/main">
              <a:ext uri="{FF2B5EF4-FFF2-40B4-BE49-F238E27FC236}">
                <a16:creationId xmlns:a16="http://schemas.microsoft.com/office/drawing/2014/main" id="{D1019C04-D5ED-4787-9D74-D0AEF739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55" y="5481371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component-1329">
            <a:extLst xmlns:a="http://schemas.openxmlformats.org/drawingml/2006/main">
              <a:ext uri="{FF2B5EF4-FFF2-40B4-BE49-F238E27FC236}">
                <a16:creationId xmlns:a16="http://schemas.microsoft.com/office/drawing/2014/main" id="{CD457E8D-FC17-4D2B-89C3-7E1B6025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55" y="5542978"/>
            <a:ext cx="152339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component-1330">
            <a:extLst xmlns:a="http://schemas.openxmlformats.org/drawingml/2006/main">
              <a:ext uri="{FF2B5EF4-FFF2-40B4-BE49-F238E27FC236}">
                <a16:creationId xmlns:a16="http://schemas.microsoft.com/office/drawing/2014/main" id="{F2C18DB7-9AB8-4EB5-B6B9-641F89EA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149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81" name="component-1331">
            <a:extLst xmlns:a="http://schemas.openxmlformats.org/drawingml/2006/main">
              <a:ext uri="{FF2B5EF4-FFF2-40B4-BE49-F238E27FC236}">
                <a16:creationId xmlns:a16="http://schemas.microsoft.com/office/drawing/2014/main" id="{87507AC4-E821-4027-AD50-EFD48C2F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2758" y="5374958"/>
            <a:ext cx="280035" cy="28003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DC879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82" name="component-1332">
            <a:extLst xmlns:a="http://schemas.openxmlformats.org/drawingml/2006/main">
              <a:ext uri="{FF2B5EF4-FFF2-40B4-BE49-F238E27FC236}">
                <a16:creationId xmlns:a16="http://schemas.microsoft.com/office/drawing/2014/main" id="{B60F25E7-4A0C-43FC-8F45-9AEEA994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63" y="5419763"/>
            <a:ext cx="190424" cy="336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component-1333">
            <a:extLst xmlns:a="http://schemas.openxmlformats.org/drawingml/2006/main">
              <a:ext uri="{FF2B5EF4-FFF2-40B4-BE49-F238E27FC236}">
                <a16:creationId xmlns:a16="http://schemas.microsoft.com/office/drawing/2014/main" id="{835643CB-6FBF-47FA-9961-91993E40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3149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84" name="component-1334">
            <a:extLst xmlns:a="http://schemas.openxmlformats.org/drawingml/2006/main">
              <a:ext uri="{FF2B5EF4-FFF2-40B4-BE49-F238E27FC236}">
                <a16:creationId xmlns:a16="http://schemas.microsoft.com/office/drawing/2014/main" id="{6C02ACA0-09D4-4B37-9CB2-166C23C5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3149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8C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85" name="component-1335">
            <a:extLst xmlns:a="http://schemas.openxmlformats.org/drawingml/2006/main">
              <a:ext uri="{FF2B5EF4-FFF2-40B4-BE49-F238E27FC236}">
                <a16:creationId xmlns:a16="http://schemas.microsoft.com/office/drawing/2014/main" id="{20592D8D-356A-48A4-80A2-EF13FAA5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9058" y="5434965"/>
            <a:ext cx="28003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A08B"/>
          </a:solidFill>
          <a:ln xmlns:a="http://schemas.openxmlformats.org/drawingml/2006/main" w="9525">
            <a:solidFill>
              <a:srgbClr val="203B3A"/>
            </a:solidFill>
            <a:prstDash val="solid"/>
          </a:ln>
        </p:spPr>
      </p:sp>
      <p:sp>
        <p:nvSpPr>
          <p:cNvPr id="286" name="component-1336">
            <a:extLst xmlns:a="http://schemas.openxmlformats.org/drawingml/2006/main">
              <a:ext uri="{FF2B5EF4-FFF2-40B4-BE49-F238E27FC236}">
                <a16:creationId xmlns:a16="http://schemas.microsoft.com/office/drawing/2014/main" id="{0440EE66-0DE3-4D03-877B-FBDEF6CC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63" y="5466969"/>
            <a:ext cx="190424" cy="24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component-1337">
            <a:extLst xmlns:a="http://schemas.openxmlformats.org/drawingml/2006/main">
              <a:ext uri="{FF2B5EF4-FFF2-40B4-BE49-F238E27FC236}">
                <a16:creationId xmlns:a16="http://schemas.microsoft.com/office/drawing/2014/main" id="{18DA248D-54E5-48B3-AE06-713208C6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9058" y="5402961"/>
            <a:ext cx="28003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component-1338">
            <a:extLst xmlns:a="http://schemas.openxmlformats.org/drawingml/2006/main">
              <a:ext uri="{FF2B5EF4-FFF2-40B4-BE49-F238E27FC236}">
                <a16:creationId xmlns:a16="http://schemas.microsoft.com/office/drawing/2014/main" id="{ABE45F88-AD02-4573-B072-99AC766D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086100"/>
            <a:ext cx="2552700" cy="30861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5F3EB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89" name="component-1339">
            <a:extLst xmlns:a="http://schemas.openxmlformats.org/drawingml/2006/main">
              <a:ext uri="{FF2B5EF4-FFF2-40B4-BE49-F238E27FC236}">
                <a16:creationId xmlns:a16="http://schemas.microsoft.com/office/drawing/2014/main" id="{7E15A905-317B-450D-AD4E-8F272C6A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276600"/>
            <a:ext cx="2247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North Offices</a:t>
            </a:r>
          </a:p>
        </p:txBody>
      </p:sp>
      <p:sp>
        <p:nvSpPr>
          <p:cNvPr id="290" name="component-1340">
            <a:extLst xmlns:a="http://schemas.openxmlformats.org/drawingml/2006/main">
              <a:ext uri="{FF2B5EF4-FFF2-40B4-BE49-F238E27FC236}">
                <a16:creationId xmlns:a16="http://schemas.microsoft.com/office/drawing/2014/main" id="{118CFDED-79FA-40BE-8742-1F94E257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810000"/>
            <a:ext cx="1438656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Floors</a:t>
            </a:r>
          </a:p>
        </p:txBody>
      </p:sp>
      <p:sp>
        <p:nvSpPr>
          <p:cNvPr id="291" name="component-1341">
            <a:extLst xmlns:a="http://schemas.openxmlformats.org/drawingml/2006/main">
              <a:ext uri="{FF2B5EF4-FFF2-40B4-BE49-F238E27FC236}">
                <a16:creationId xmlns:a16="http://schemas.microsoft.com/office/drawing/2014/main" id="{3A9AB2A6-1F70-43A7-A49F-F32DBD35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8840" y="3810000"/>
            <a:ext cx="89916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4 / 6</a:t>
            </a:r>
          </a:p>
        </p:txBody>
      </p:sp>
      <p:sp>
        <p:nvSpPr>
          <p:cNvPr id="292" name="component-1342">
            <a:extLst xmlns:a="http://schemas.openxmlformats.org/drawingml/2006/main">
              <a:ext uri="{FF2B5EF4-FFF2-40B4-BE49-F238E27FC236}">
                <a16:creationId xmlns:a16="http://schemas.microsoft.com/office/drawing/2014/main" id="{81DF5EDA-3D16-46CC-90EC-90B1B379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210050"/>
            <a:ext cx="224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component-1343">
            <a:extLst xmlns:a="http://schemas.openxmlformats.org/drawingml/2006/main">
              <a:ext uri="{FF2B5EF4-FFF2-40B4-BE49-F238E27FC236}">
                <a16:creationId xmlns:a16="http://schemas.microsoft.com/office/drawing/2014/main" id="{DB33549B-0FC3-43EC-8EED-2129E004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419600"/>
            <a:ext cx="1438656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Parking</a:t>
            </a:r>
          </a:p>
        </p:txBody>
      </p:sp>
      <p:sp>
        <p:nvSpPr>
          <p:cNvPr id="294" name="component-1344">
            <a:extLst xmlns:a="http://schemas.openxmlformats.org/drawingml/2006/main">
              <a:ext uri="{FF2B5EF4-FFF2-40B4-BE49-F238E27FC236}">
                <a16:creationId xmlns:a16="http://schemas.microsoft.com/office/drawing/2014/main" id="{C36A4FC0-485A-4CC3-BC3C-29FBFE15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8840" y="4419600"/>
            <a:ext cx="89916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60 / 100</a:t>
            </a:r>
          </a:p>
        </p:txBody>
      </p:sp>
      <p:sp>
        <p:nvSpPr>
          <p:cNvPr id="295" name="component-1345">
            <a:extLst xmlns:a="http://schemas.openxmlformats.org/drawingml/2006/main">
              <a:ext uri="{FF2B5EF4-FFF2-40B4-BE49-F238E27FC236}">
                <a16:creationId xmlns:a16="http://schemas.microsoft.com/office/drawing/2014/main" id="{9EC5862F-BC45-456D-B803-F4F3534E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819650"/>
            <a:ext cx="224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component-1346">
            <a:extLst xmlns:a="http://schemas.openxmlformats.org/drawingml/2006/main">
              <a:ext uri="{FF2B5EF4-FFF2-40B4-BE49-F238E27FC236}">
                <a16:creationId xmlns:a16="http://schemas.microsoft.com/office/drawing/2014/main" id="{8D7A6A41-775F-4144-9816-D4B12461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5105400"/>
            <a:ext cx="2247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375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component-1347">
            <a:extLst xmlns:a="http://schemas.openxmlformats.org/drawingml/2006/main">
              <a:ext uri="{FF2B5EF4-FFF2-40B4-BE49-F238E27FC236}">
                <a16:creationId xmlns:a16="http://schemas.microsoft.com/office/drawing/2014/main" id="{BDE58559-2290-4930-ADBC-08365E9F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1816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298" name="component-1348">
            <a:extLst xmlns:a="http://schemas.openxmlformats.org/drawingml/2006/main">
              <a:ext uri="{FF2B5EF4-FFF2-40B4-BE49-F238E27FC236}">
                <a16:creationId xmlns:a16="http://schemas.microsoft.com/office/drawing/2014/main" id="{BDCCF3A5-56C0-4ABD-B207-EDB8CE71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5638800"/>
            <a:ext cx="2247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7"/>
            </a:solidFill>
            <a:prstDash val="solid"/>
          </a:ln>
        </p:spPr>
      </p:sp>
      <p:sp>
        <p:nvSpPr>
          <p:cNvPr id="299" name="component-1349">
            <a:extLst xmlns:a="http://schemas.openxmlformats.org/drawingml/2006/main">
              <a:ext uri="{FF2B5EF4-FFF2-40B4-BE49-F238E27FC236}">
                <a16:creationId xmlns:a16="http://schemas.microsoft.com/office/drawing/2014/main" id="{3E2DF68C-6F09-47C6-9759-A6F16663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7150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Upgrades</a:t>
            </a:r>
          </a:p>
        </p:txBody>
      </p:sp>
      <p:sp>
        <p:nvSpPr>
          <p:cNvPr id="300" name="component-1350">
            <a:extLst xmlns:a="http://schemas.openxmlformats.org/drawingml/2006/main">
              <a:ext uri="{FF2B5EF4-FFF2-40B4-BE49-F238E27FC236}">
                <a16:creationId xmlns:a16="http://schemas.microsoft.com/office/drawing/2014/main" id="{D5B08D72-26E6-4ED5-9747-65581690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972300"/>
            <a:ext cx="1127760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03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3B3A"/>
                </a:solidFill>
                <a:latin typeface="Arial"/>
                <a:ea typeface="Arial"/>
                <a:cs typeface="Arial"/>
              </a:rPr>
              <a:t>Shared components</a:t>
            </a:r>
          </a:p>
        </p:txBody>
      </p:sp>
      <p:sp>
        <p:nvSpPr>
          <p:cNvPr id="301" name="component-1351">
            <a:extLst xmlns:a="http://schemas.openxmlformats.org/drawingml/2006/main">
              <a:ext uri="{FF2B5EF4-FFF2-40B4-BE49-F238E27FC236}">
                <a16:creationId xmlns:a16="http://schemas.microsoft.com/office/drawing/2014/main" id="{1778345A-91A1-45F1-87A8-F6DE0CC7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74295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HUD, action buttons, map plots and building details keep the same styling.</a:t>
            </a:r>
          </a:p>
        </p:txBody>
      </p:sp>
      <p:sp>
        <p:nvSpPr>
          <p:cNvPr id="302" name="component-1352">
            <a:extLst xmlns:a="http://schemas.openxmlformats.org/drawingml/2006/main">
              <a:ext uri="{FF2B5EF4-FFF2-40B4-BE49-F238E27FC236}">
                <a16:creationId xmlns:a16="http://schemas.microsoft.com/office/drawing/2014/main" id="{13212FE9-0DB1-4EB1-A217-0C710FF8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79248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B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B77"/>
                </a:solidFill>
                <a:latin typeface="Arial"/>
                <a:ea typeface="Arial"/>
                <a:cs typeface="Arial"/>
              </a:rPr>
              <a:t>Portrait uses a bottom sheet. Wider views use a side panel.</a:t>
            </a:r>
          </a:p>
        </p:txBody>
      </p:sp>
    </p:spTree>
    <p:extLst>
      <p:ext uri="{BB962C8B-B14F-4D97-AF65-F5344CB8AC3E}">
        <p14:creationId xmlns:p14="http://schemas.microsoft.com/office/powerpoint/2010/main" val="520925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2026-10-10T14:18:20.4550000Z</dcterms:created>
  <dcterms:modified xsi:type="dcterms:W3CDTF">2026-10-10T14:18:20.4560000Z</dcterms:modified>
</coreProperties>
</file>